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80" r:id="rId4"/>
    <p:sldId id="259" r:id="rId5"/>
    <p:sldId id="261" r:id="rId6"/>
    <p:sldId id="279" r:id="rId7"/>
    <p:sldId id="263" r:id="rId8"/>
    <p:sldId id="264" r:id="rId9"/>
    <p:sldId id="265" r:id="rId10"/>
    <p:sldId id="266" r:id="rId11"/>
    <p:sldId id="268" r:id="rId12"/>
    <p:sldId id="269" r:id="rId13"/>
    <p:sldId id="270" r:id="rId14"/>
    <p:sldId id="272" r:id="rId15"/>
    <p:sldId id="273" r:id="rId16"/>
    <p:sldId id="274" r:id="rId17"/>
    <p:sldId id="275" r:id="rId18"/>
    <p:sldId id="276" r:id="rId19"/>
    <p:sldId id="277" r:id="rId20"/>
    <p:sldId id="258" r:id="rId21"/>
    <p:sldId id="278" r:id="rId22"/>
  </p:sldIdLst>
  <p:sldSz cx="9144000" cy="5143500" type="screen16x9"/>
  <p:notesSz cx="9144000" cy="5143500"/>
  <p:embeddedFontLst>
    <p:embeddedFont>
      <p:font typeface="Lato" panose="020F0502020204030203" pitchFamily="34" charset="0"/>
      <p:regular r:id="rId24"/>
      <p:bold r:id="rId25"/>
      <p:italic r:id="rId26"/>
      <p:boldItalic r:id="rId27"/>
    </p:embeddedFont>
  </p:embeddedFontLst>
  <p:defaultTextStyle>
    <a:defPPr>
      <a:defRPr lang="en-US"/>
    </a:defPPr>
    <a:lvl1pPr marR="0" lvl="0" algn="l" rtl="0">
      <a:lnSpc>
        <a:spcPct val="100000"/>
      </a:lnSpc>
      <a:spcBef>
        <a:spcPts val="0"/>
      </a:spcBef>
      <a:spcAft>
        <a:spcPts val="0"/>
      </a:spcAft>
      <a:defRPr lang="en-US" sz="1400" b="0" i="0" u="none" strike="noStrike" cap="none" dirty="0">
        <a:solidFill>
          <a:srgbClr val="000000"/>
        </a:solidFill>
        <a:latin typeface="Arial"/>
      </a:defRPr>
    </a:lvl1pPr>
    <a:lvl2pPr marR="0" lvl="1" algn="l" rtl="0">
      <a:lnSpc>
        <a:spcPct val="100000"/>
      </a:lnSpc>
      <a:spcBef>
        <a:spcPts val="0"/>
      </a:spcBef>
      <a:spcAft>
        <a:spcPts val="0"/>
      </a:spcAft>
      <a:defRPr lang="en-US" sz="1400" b="0" i="0" u="none" strike="noStrike" cap="none" dirty="0">
        <a:solidFill>
          <a:srgbClr val="000000"/>
        </a:solidFill>
        <a:latin typeface="Arial"/>
      </a:defRPr>
    </a:lvl2pPr>
    <a:lvl3pPr marR="0" lvl="2" algn="l" rtl="0">
      <a:lnSpc>
        <a:spcPct val="100000"/>
      </a:lnSpc>
      <a:spcBef>
        <a:spcPts val="0"/>
      </a:spcBef>
      <a:spcAft>
        <a:spcPts val="0"/>
      </a:spcAft>
      <a:defRPr lang="en-US" sz="1400" b="0" i="0" u="none" strike="noStrike" cap="none" dirty="0">
        <a:solidFill>
          <a:srgbClr val="000000"/>
        </a:solidFill>
        <a:latin typeface="Arial"/>
      </a:defRPr>
    </a:lvl3pPr>
    <a:lvl4pPr marR="0" lvl="3" algn="l" rtl="0">
      <a:lnSpc>
        <a:spcPct val="100000"/>
      </a:lnSpc>
      <a:spcBef>
        <a:spcPts val="0"/>
      </a:spcBef>
      <a:spcAft>
        <a:spcPts val="0"/>
      </a:spcAft>
      <a:defRPr lang="en-US" sz="1400" b="0" i="0" u="none" strike="noStrike" cap="none" dirty="0">
        <a:solidFill>
          <a:srgbClr val="000000"/>
        </a:solidFill>
        <a:latin typeface="Arial"/>
      </a:defRPr>
    </a:lvl4pPr>
    <a:lvl5pPr marR="0" lvl="4" algn="l" rtl="0">
      <a:lnSpc>
        <a:spcPct val="100000"/>
      </a:lnSpc>
      <a:spcBef>
        <a:spcPts val="0"/>
      </a:spcBef>
      <a:spcAft>
        <a:spcPts val="0"/>
      </a:spcAft>
      <a:defRPr lang="en-US" sz="1400" b="0" i="0" u="none" strike="noStrike" cap="none" dirty="0">
        <a:solidFill>
          <a:srgbClr val="000000"/>
        </a:solidFill>
        <a:latin typeface="Arial"/>
      </a:defRPr>
    </a:lvl5pPr>
    <a:lvl6pPr marR="0" lvl="5" algn="l" rtl="0">
      <a:lnSpc>
        <a:spcPct val="100000"/>
      </a:lnSpc>
      <a:spcBef>
        <a:spcPts val="0"/>
      </a:spcBef>
      <a:spcAft>
        <a:spcPts val="0"/>
      </a:spcAft>
      <a:defRPr lang="en-US" sz="1400" b="0" i="0" u="none" strike="noStrike" cap="none" dirty="0">
        <a:solidFill>
          <a:srgbClr val="000000"/>
        </a:solidFill>
        <a:latin typeface="Arial"/>
      </a:defRPr>
    </a:lvl6pPr>
    <a:lvl7pPr marR="0" lvl="6" algn="l" rtl="0">
      <a:lnSpc>
        <a:spcPct val="100000"/>
      </a:lnSpc>
      <a:spcBef>
        <a:spcPts val="0"/>
      </a:spcBef>
      <a:spcAft>
        <a:spcPts val="0"/>
      </a:spcAft>
      <a:defRPr lang="en-US" sz="1400" b="0" i="0" u="none" strike="noStrike" cap="none" dirty="0">
        <a:solidFill>
          <a:srgbClr val="000000"/>
        </a:solidFill>
        <a:latin typeface="Arial"/>
      </a:defRPr>
    </a:lvl7pPr>
    <a:lvl8pPr marR="0" lvl="7" algn="l" rtl="0">
      <a:lnSpc>
        <a:spcPct val="100000"/>
      </a:lnSpc>
      <a:spcBef>
        <a:spcPts val="0"/>
      </a:spcBef>
      <a:spcAft>
        <a:spcPts val="0"/>
      </a:spcAft>
      <a:defRPr lang="en-US" sz="1400" b="0" i="0" u="none" strike="noStrike" cap="none" dirty="0">
        <a:solidFill>
          <a:srgbClr val="000000"/>
        </a:solidFill>
        <a:latin typeface="Arial"/>
      </a:defRPr>
    </a:lvl8pPr>
    <a:lvl9pPr marR="0" lvl="8" algn="l" rtl="0">
      <a:lnSpc>
        <a:spcPct val="100000"/>
      </a:lnSpc>
      <a:spcBef>
        <a:spcPts val="0"/>
      </a:spcBef>
      <a:spcAft>
        <a:spcPts val="0"/>
      </a:spcAft>
      <a:defRPr lang="en-US" sz="1400" b="0" i="0" u="none" strike="noStrike" cap="none" dirty="0">
        <a:solidFill>
          <a:srgbClr val="000000"/>
        </a:solidFill>
        <a:latin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B747F47-129A-4CAC-9FEC-4DA0B4D4C169}" styleName="Light Style 3">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fill>
          <a:solidFill>
            <a:schemeClr val="tx1">
              <a:alpha val="19999"/>
            </a:schemeClr>
          </a:solidFill>
        </a:fill>
      </a:tcStyle>
    </a:band1H>
    <a:band1V>
      <a:tcStyle>
        <a:tcBdr/>
        <a:fill>
          <a:solidFill>
            <a:schemeClr val="tx1">
              <a:alpha val="19999"/>
            </a:schemeClr>
          </a:solidFill>
        </a:fill>
      </a:tcStyle>
    </a:band1V>
    <a:lastCol>
      <a:tcTxStyle b="on"/>
      <a:tcStyle>
        <a:tcBdr/>
      </a:tcStyle>
    </a:lastCol>
    <a:firstCol>
      <a:tcTxStyle b="on"/>
      <a:tcStyle>
        <a:tcBdr/>
      </a:tcStyle>
    </a:firstCol>
    <a:lastRow>
      <a:tcTxStyle b="on"/>
      <a:tcStyle>
        <a:tcBdr>
          <a:top>
            <a:ln w="50800">
              <a:solidFill>
                <a:schemeClr val="tx1"/>
              </a:solidFill>
            </a:ln>
          </a:top>
        </a:tcBdr>
        <a:fill>
          <a:noFill/>
        </a:fill>
      </a:tcStyle>
    </a:lastRow>
    <a:firstRow>
      <a:tcTxStyle b="on"/>
      <a:tcStyle>
        <a:tcBdr>
          <a:bottom>
            <a:ln w="25400">
              <a:solidFill>
                <a:schemeClr val="tx1"/>
              </a:solidFill>
            </a:ln>
          </a:bottom>
        </a:tcBdr>
        <a:fill>
          <a:noFill/>
        </a:fill>
      </a:tcStyle>
    </a:firstRow>
  </a:tblStyle>
  <a:tblStyle styleId="{82DAEFE5-D178-4623-A045-B163BFC16B7D}" styleName="Medium Style 2">
    <a:wholeTbl>
      <a:tcTxStyle>
        <a:fontRef idx="minor">
          <a:srgbClr val="000000"/>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srgbClr val="000000"/>
        </a:fontRef>
        <a:schemeClr val="lt1"/>
      </a:tcTxStyle>
      <a:tcStyle>
        <a:tcBdr/>
        <a:fill>
          <a:solidFill>
            <a:schemeClr val="dk1"/>
          </a:solidFill>
        </a:fill>
      </a:tcStyle>
    </a:lastCol>
    <a:firstCol>
      <a:tcTxStyle b="on">
        <a:fontRef idx="minor">
          <a:srgbClr val="000000"/>
        </a:fontRef>
        <a:schemeClr val="lt1"/>
      </a:tcTxStyle>
      <a:tcStyle>
        <a:tcBdr/>
        <a:fill>
          <a:solidFill>
            <a:schemeClr val="dk1"/>
          </a:solidFill>
        </a:fill>
      </a:tcStyle>
    </a:firstCol>
    <a:lastRow>
      <a:tcTxStyle b="on">
        <a:fontRef idx="minor">
          <a:srgbClr val="000000"/>
        </a:fontRef>
        <a:schemeClr val="lt1"/>
      </a:tcTxStyle>
      <a:tcStyle>
        <a:tcBdr>
          <a:top>
            <a:ln w="38100">
              <a:solidFill>
                <a:schemeClr val="lt1"/>
              </a:solidFill>
            </a:ln>
          </a:top>
        </a:tcBdr>
        <a:fill>
          <a:solidFill>
            <a:schemeClr val="dk1"/>
          </a:solidFill>
        </a:fill>
      </a:tcStyle>
    </a:lastRow>
    <a:firstRow>
      <a:tcTxStyle b="on">
        <a:fontRef idx="minor">
          <a:srgbClr val="000000"/>
        </a:fontRef>
        <a:schemeClr val="lt1"/>
      </a:tcTxStyle>
      <a:tcStyle>
        <a:tcBdr>
          <a:bottom>
            <a:ln w="38100">
              <a:solidFill>
                <a:schemeClr val="lt1"/>
              </a:solidFill>
            </a:ln>
          </a:bottom>
        </a:tcBdr>
        <a:fill>
          <a:solidFill>
            <a:schemeClr val="dk1"/>
          </a:solidFill>
        </a:fill>
      </a:tcStyle>
    </a:firstRow>
  </a:tblStyle>
  <a:tblStyle styleId="{2EDFCBD8-3220-4B2E-8C86-BBDFE6B55668}" styleName="Light Style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a:solidFill>
                <a:schemeClr val="tx1"/>
              </a:solidFill>
            </a:ln>
          </a:top>
        </a:tcBdr>
      </a:tcStyle>
    </a:lastRow>
    <a:firstRow>
      <a:tcTxStyle b="on">
        <a:fontRef idx="minor">
          <a:srgbClr val="000000"/>
        </a:fontRef>
        <a:schemeClr val="bg1"/>
      </a:tcTxStyle>
      <a:tcStyle>
        <a:tcBdr/>
        <a:fillRef idx="1">
          <a:schemeClr val="tx1"/>
        </a:fillRef>
      </a:tcStyle>
    </a:firstRow>
  </a:tblStyle>
  <a:tblStyle styleId="{0D02F988-AA75-405A-ABDE-1227A473DD97}" styleName="Light Style 1 - Accent 1">
    <a:wholeTbl>
      <a:tcTxStyle>
        <a:fontRef idx="minor">
          <a:srgbClr val="000000"/>
        </a:fontRef>
        <a:schemeClr val="tx1"/>
      </a:tcTxStyle>
      <a:tcStyle>
        <a:tcBdr>
          <a:left>
            <a:ln>
              <a:noFill/>
            </a:ln>
          </a:left>
          <a:right>
            <a:ln>
              <a:noFill/>
            </a:ln>
          </a:right>
          <a:top>
            <a:ln w="12700">
              <a:solidFill>
                <a:schemeClr val="accent1"/>
              </a:solidFill>
            </a:ln>
          </a:top>
          <a:bottom>
            <a:ln w="12700">
              <a:solidFill>
                <a:schemeClr val="accent1"/>
              </a:solidFill>
            </a:ln>
          </a:bottom>
          <a:insideH>
            <a:ln>
              <a:noFill/>
            </a:ln>
          </a:insideH>
          <a:insideV>
            <a:ln>
              <a:noFill/>
            </a:ln>
          </a:insideV>
        </a:tcBdr>
        <a:fill>
          <a:noFill/>
        </a:fill>
      </a:tcStyle>
    </a:wholeTbl>
    <a:band1H>
      <a:tcStyle>
        <a:tcBdr/>
        <a:fill>
          <a:solidFill>
            <a:schemeClr val="accent1">
              <a:alpha val="19999"/>
            </a:schemeClr>
          </a:solidFill>
        </a:fill>
      </a:tcStyle>
    </a:band1H>
    <a:band2H>
      <a:tcStyle>
        <a:tcBdr/>
      </a:tcStyle>
    </a:band2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12700">
              <a:solidFill>
                <a:schemeClr val="accent1"/>
              </a:solidFill>
            </a:ln>
          </a:top>
        </a:tcBdr>
        <a:fill>
          <a:noFill/>
        </a:fill>
      </a:tcStyle>
    </a:lastRow>
    <a:firstRow>
      <a:tcTxStyle b="on"/>
      <a:tcStyle>
        <a:tcBdr>
          <a:bottom>
            <a:ln w="12700">
              <a:solidFill>
                <a:schemeClr val="accent1"/>
              </a:solidFill>
            </a:ln>
          </a:bottom>
        </a:tcBdr>
        <a:fill>
          <a:noFill/>
        </a:fill>
      </a:tcStyle>
    </a:firstRow>
  </a:tblStyle>
  <a:tblStyle styleId="{AEB42205-120F-413C-80CF-4D6C4AEE8C77}" styleName="Light Style 2 - Accent 1">
    <a:wholeTbl>
      <a:tcTxStyle>
        <a:fontRef idx="minor">
          <a:srgbClr val="00000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a:solidFill>
                <a:schemeClr val="accent1"/>
              </a:solidFill>
            </a:ln>
          </a:top>
        </a:tcBdr>
      </a:tcStyle>
    </a:lastRow>
    <a:firstRow>
      <a:tcTxStyle b="on">
        <a:fontRef idx="minor">
          <a:srgbClr val="00000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10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5/20/2025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20A83-360F-5E4E-B5A0-1842EC64EF08}"/>
            </a:ext>
          </a:extLst>
        </p:cNvPr>
        <p:cNvGrpSpPr/>
        <p:nvPr/>
      </p:nvGrpSpPr>
      <p:grpSpPr>
        <a:xfrm>
          <a:off x="0" y="0"/>
          <a:ext cx="0" cy="0"/>
          <a:chOff x="0" y="0"/>
          <a:chExt cx="0" cy="0"/>
        </a:xfrm>
      </p:grpSpPr>
      <p:sp>
        <p:nvSpPr>
          <p:cNvPr id="2" name="shape1">
            <a:extLst>
              <a:ext uri="{FF2B5EF4-FFF2-40B4-BE49-F238E27FC236}">
                <a16:creationId xmlns:a16="http://schemas.microsoft.com/office/drawing/2014/main" id="{95048FBD-1BE1-741E-05FC-9848AD4F6A0C}"/>
              </a:ext>
            </a:extLst>
          </p:cNvPr>
          <p:cNvSpPr>
            <a:spLocks noGrp="1" noChangeArrowheads="1"/>
          </p:cNvSpPr>
          <p:nvPr>
            <p:ph type="body" idx="1"/>
          </p:nvPr>
        </p:nvSpPr>
        <p:spPr>
          <a:noFill/>
          <a:ln/>
        </p:spPr>
        <p:txBody>
          <a:bodyPr rtlCol="0"/>
          <a:lstStyle/>
          <a:p>
            <a:endParaRPr/>
          </a:p>
        </p:txBody>
      </p:sp>
    </p:spTree>
    <p:extLst>
      <p:ext uri="{BB962C8B-B14F-4D97-AF65-F5344CB8AC3E}">
        <p14:creationId xmlns:p14="http://schemas.microsoft.com/office/powerpoint/2010/main" val="3859540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01C7-3907-DB51-D089-7E32571496DF}"/>
            </a:ext>
          </a:extLst>
        </p:cNvPr>
        <p:cNvGrpSpPr/>
        <p:nvPr/>
      </p:nvGrpSpPr>
      <p:grpSpPr>
        <a:xfrm>
          <a:off x="0" y="0"/>
          <a:ext cx="0" cy="0"/>
          <a:chOff x="0" y="0"/>
          <a:chExt cx="0" cy="0"/>
        </a:xfrm>
      </p:grpSpPr>
      <p:sp>
        <p:nvSpPr>
          <p:cNvPr id="2" name="shape1">
            <a:extLst>
              <a:ext uri="{FF2B5EF4-FFF2-40B4-BE49-F238E27FC236}">
                <a16:creationId xmlns:a16="http://schemas.microsoft.com/office/drawing/2014/main" id="{2676CBE2-B995-2E04-E651-E246F0F96663}"/>
              </a:ext>
            </a:extLst>
          </p:cNvPr>
          <p:cNvSpPr>
            <a:spLocks noGrp="1" noChangeArrowheads="1"/>
          </p:cNvSpPr>
          <p:nvPr>
            <p:ph type="body" idx="1"/>
          </p:nvPr>
        </p:nvSpPr>
        <p:spPr>
          <a:noFill/>
          <a:ln/>
        </p:spPr>
        <p:txBody>
          <a:bodyPr rtlCol="0"/>
          <a:lstStyle/>
          <a:p>
            <a:endParaRPr/>
          </a:p>
        </p:txBody>
      </p:sp>
    </p:spTree>
    <p:extLst>
      <p:ext uri="{BB962C8B-B14F-4D97-AF65-F5344CB8AC3E}">
        <p14:creationId xmlns:p14="http://schemas.microsoft.com/office/powerpoint/2010/main" val="370691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Google Shape;9;p2">
            <a:extLst>
              <a:ext uri="{53699068-87BB-4BFC-A2AD-AB470F7EA4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FFF4A6-13A1-46EF-A8A7-308243343721}"/>
              </a:ext>
            </a:extLst>
          </p:cNvPr>
          <p:cNvSpPr/>
          <p:nvPr/>
        </p:nvSpPr>
        <p:spPr>
          <a:xfrm>
            <a:off x="7346074" y="130450"/>
            <a:ext cx="4889099" cy="4889099"/>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10;p2">
            <a:extLst>
              <a:ext uri="{196C1D2B-CDB3-4EC6-A2C1-7964BEEBF6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7E3B43F-D7C3-46B7-A8F2-5B8B26AEC8C1}"/>
              </a:ext>
            </a:extLst>
          </p:cNvPr>
          <p:cNvGrpSpPr/>
          <p:nvPr/>
        </p:nvGrpSpPr>
        <p:grpSpPr>
          <a:xfrm>
            <a:off x="727425" y="-49275"/>
            <a:ext cx="7703399" cy="5243325"/>
            <a:chOff x="727425" y="-49275"/>
            <a:chExt cx="7703399" cy="5243325"/>
          </a:xfrm>
        </p:grpSpPr>
        <p:sp>
          <p:nvSpPr>
            <p:cNvPr id="4" name="Google Shape;11;p2">
              <a:extLst>
                <a:ext uri="{D5958D85-03E3-4CC1-9EA9-9C375D7EFA8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478333-6EB3-4234-ADBC-45C1FB6E2C43}"/>
                </a:ext>
              </a:extLst>
            </p:cNvPr>
            <p:cNvSpPr/>
            <p:nvPr/>
          </p:nvSpPr>
          <p:spPr>
            <a:xfrm>
              <a:off x="727425" y="533550"/>
              <a:ext cx="7703399" cy="4074899"/>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12;p2">
              <a:extLst>
                <a:ext uri="{84AA605B-0357-41B4-B57D-690C5BD7A08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491D4B5-9319-459A-A7BA-2AD9262495AA}"/>
                </a:ext>
              </a:extLst>
            </p:cNvPr>
            <p:cNvCxnSpPr/>
            <p:nvPr/>
          </p:nvCxnSpPr>
          <p:spPr>
            <a:xfrm rot="10800000">
              <a:off x="727425" y="-49275"/>
              <a:ext cx="0" cy="585600"/>
            </a:xfrm>
            <a:prstGeom prst="line">
              <a:avLst/>
            </a:prstGeom>
            <a:noFill/>
            <a:ln w="19050" cap="flat">
              <a:solidFill>
                <a:schemeClr val="dk1"/>
              </a:solidFill>
              <a:prstDash val="solid"/>
              <a:round/>
            </a:ln>
          </p:spPr>
        </p:cxnSp>
        <p:cxnSp>
          <p:nvCxnSpPr>
            <p:cNvPr id="6" name="Google Shape;13;p2">
              <a:extLst>
                <a:ext uri="{50D7EDCD-70A0-4607-9C77-60B9DA0694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0A9CBE3-E698-4BFC-AC70-C32AA1AC91A4}"/>
                </a:ext>
              </a:extLst>
            </p:cNvPr>
            <p:cNvCxnSpPr/>
            <p:nvPr/>
          </p:nvCxnSpPr>
          <p:spPr>
            <a:xfrm rot="10800000">
              <a:off x="8430775" y="4608450"/>
              <a:ext cx="0" cy="585600"/>
            </a:xfrm>
            <a:prstGeom prst="line">
              <a:avLst/>
            </a:prstGeom>
            <a:noFill/>
            <a:ln w="19050" cap="flat">
              <a:solidFill>
                <a:schemeClr val="dk1"/>
              </a:solidFill>
              <a:prstDash val="solid"/>
              <a:round/>
            </a:ln>
          </p:spPr>
        </p:cxnSp>
      </p:grpSp>
      <p:sp>
        <p:nvSpPr>
          <p:cNvPr id="7" name="Google Shape;14;p2">
            <a:extLst>
              <a:ext uri="{BE603B9F-0563-40AA-A151-0C4D4D882A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27F08C-0C04-450E-96F8-AC641B3D4F97}"/>
              </a:ext>
            </a:extLst>
          </p:cNvPr>
          <p:cNvSpPr>
            <a:spLocks noGrp="1"/>
          </p:cNvSpPr>
          <p:nvPr>
            <p:ph type="title"/>
          </p:nvPr>
        </p:nvSpPr>
        <p:spPr>
          <a:xfrm>
            <a:off x="1087125" y="1670213"/>
            <a:ext cx="5897400" cy="1392600"/>
          </a:xfrm>
          <a:prstGeom prst="rect">
            <a:avLst/>
          </a:prstGeom>
        </p:spPr>
        <p:txBody>
          <a:bodyPr spcFirstLastPara="1" wrap="square" lIns="91425" tIns="91425" rIns="91425" bIns="91425" rtlCol="0" anchor="b">
            <a:noAutofit/>
          </a:bodyPr>
          <a:lstStyle>
            <a:lvl1pPr lvl="0">
              <a:spcBef>
                <a:spcPts val="0"/>
              </a:spcBef>
              <a:spcAft>
                <a:spcPts val="0"/>
              </a:spcAft>
              <a:buNone/>
              <a:defRPr lang="en-US" sz="3800" dirty="0"/>
            </a:lvl1pPr>
            <a:lvl2pPr lvl="1" algn="ctr">
              <a:spcBef>
                <a:spcPts val="0"/>
              </a:spcBef>
              <a:spcAft>
                <a:spcPts val="0"/>
              </a:spcAft>
              <a:buNone/>
              <a:defRPr lang="en-US" sz="5200" dirty="0"/>
            </a:lvl2pPr>
            <a:lvl3pPr lvl="2" algn="ctr">
              <a:spcBef>
                <a:spcPts val="0"/>
              </a:spcBef>
              <a:spcAft>
                <a:spcPts val="0"/>
              </a:spcAft>
              <a:buNone/>
              <a:defRPr lang="en-US" sz="5200" dirty="0"/>
            </a:lvl3pPr>
            <a:lvl4pPr lvl="3" algn="ctr">
              <a:spcBef>
                <a:spcPts val="0"/>
              </a:spcBef>
              <a:spcAft>
                <a:spcPts val="0"/>
              </a:spcAft>
              <a:buNone/>
              <a:defRPr lang="en-US" sz="5200" dirty="0"/>
            </a:lvl4pPr>
            <a:lvl5pPr lvl="4" algn="ctr">
              <a:spcBef>
                <a:spcPts val="0"/>
              </a:spcBef>
              <a:spcAft>
                <a:spcPts val="0"/>
              </a:spcAft>
              <a:buNone/>
              <a:defRPr lang="en-US" sz="5200" dirty="0"/>
            </a:lvl5pPr>
            <a:lvl6pPr lvl="5" algn="ctr">
              <a:spcBef>
                <a:spcPts val="0"/>
              </a:spcBef>
              <a:spcAft>
                <a:spcPts val="0"/>
              </a:spcAft>
              <a:buNone/>
              <a:defRPr lang="en-US" sz="5200" dirty="0"/>
            </a:lvl6pPr>
            <a:lvl7pPr lvl="6" algn="ctr">
              <a:spcBef>
                <a:spcPts val="0"/>
              </a:spcBef>
              <a:spcAft>
                <a:spcPts val="0"/>
              </a:spcAft>
              <a:buNone/>
              <a:defRPr lang="en-US" sz="5200" dirty="0"/>
            </a:lvl7pPr>
            <a:lvl8pPr lvl="7" algn="ctr">
              <a:spcBef>
                <a:spcPts val="0"/>
              </a:spcBef>
              <a:spcAft>
                <a:spcPts val="0"/>
              </a:spcAft>
              <a:buNone/>
              <a:defRPr lang="en-US" sz="5200" dirty="0"/>
            </a:lvl8pPr>
            <a:lvl9pPr lvl="8" algn="ctr">
              <a:spcBef>
                <a:spcPts val="0"/>
              </a:spcBef>
              <a:spcAft>
                <a:spcPts val="0"/>
              </a:spcAft>
              <a:buNone/>
              <a:defRPr lang="en-US" sz="5200" dirty="0"/>
            </a:lvl9pPr>
          </a:lstStyle>
          <a:p>
            <a:endParaRPr lang="en-US" dirty="0"/>
          </a:p>
        </p:txBody>
      </p:sp>
      <p:sp>
        <p:nvSpPr>
          <p:cNvPr id="8" name="Google Shape;15;p2">
            <a:extLst>
              <a:ext uri="{B2BB1CAD-71BA-4C1B-9D73-36171652E8D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9F5362-719E-4D5C-88DE-697568B4A15A}"/>
              </a:ext>
            </a:extLst>
          </p:cNvPr>
          <p:cNvSpPr>
            <a:spLocks noGrp="1"/>
          </p:cNvSpPr>
          <p:nvPr>
            <p:ph type="subTitle" idx="1"/>
          </p:nvPr>
        </p:nvSpPr>
        <p:spPr>
          <a:xfrm>
            <a:off x="1087125" y="2997488"/>
            <a:ext cx="5897400" cy="475800"/>
          </a:xfrm>
          <a:prstGeom prst="rect">
            <a:avLst/>
          </a:prstGeom>
        </p:spPr>
        <p:txBody>
          <a:bodyPr spcFirstLastPara="1" wrap="square" lIns="91425" tIns="91425" rIns="91425" bIns="91425" rtlCol="0" anchor="t">
            <a:noAutofit/>
          </a:bodyPr>
          <a:lstStyle>
            <a:lvl1pPr lvl="0">
              <a:lnSpc>
                <a:spcPct val="100000"/>
              </a:lnSpc>
              <a:spcBef>
                <a:spcPts val="0"/>
              </a:spcBef>
              <a:spcAft>
                <a:spcPts val="0"/>
              </a:spcAft>
              <a:buNone/>
              <a:defRPr lang="en-US" dirty="0">
                <a:solidFill>
                  <a:schemeClr val="dk1"/>
                </a:solidFill>
              </a:defRPr>
            </a:lvl1pPr>
            <a:lvl2pPr lvl="1" algn="ctr">
              <a:lnSpc>
                <a:spcPct val="100000"/>
              </a:lnSpc>
              <a:spcBef>
                <a:spcPts val="0"/>
              </a:spcBef>
              <a:spcAft>
                <a:spcPts val="0"/>
              </a:spcAft>
              <a:buNone/>
              <a:defRPr lang="en-US" sz="1800" dirty="0">
                <a:solidFill>
                  <a:schemeClr val="dk1"/>
                </a:solidFill>
              </a:defRPr>
            </a:lvl2pPr>
            <a:lvl3pPr lvl="2" algn="ctr">
              <a:lnSpc>
                <a:spcPct val="100000"/>
              </a:lnSpc>
              <a:spcBef>
                <a:spcPts val="0"/>
              </a:spcBef>
              <a:spcAft>
                <a:spcPts val="0"/>
              </a:spcAft>
              <a:buNone/>
              <a:defRPr lang="en-US" sz="1800" dirty="0">
                <a:solidFill>
                  <a:schemeClr val="dk1"/>
                </a:solidFill>
              </a:defRPr>
            </a:lvl3pPr>
            <a:lvl4pPr lvl="3" algn="ctr">
              <a:lnSpc>
                <a:spcPct val="100000"/>
              </a:lnSpc>
              <a:spcBef>
                <a:spcPts val="0"/>
              </a:spcBef>
              <a:spcAft>
                <a:spcPts val="0"/>
              </a:spcAft>
              <a:buNone/>
              <a:defRPr lang="en-US" sz="1800" dirty="0">
                <a:solidFill>
                  <a:schemeClr val="dk1"/>
                </a:solidFill>
              </a:defRPr>
            </a:lvl4pPr>
            <a:lvl5pPr lvl="4" algn="ctr">
              <a:lnSpc>
                <a:spcPct val="100000"/>
              </a:lnSpc>
              <a:spcBef>
                <a:spcPts val="0"/>
              </a:spcBef>
              <a:spcAft>
                <a:spcPts val="0"/>
              </a:spcAft>
              <a:buNone/>
              <a:defRPr lang="en-US" sz="1800" dirty="0">
                <a:solidFill>
                  <a:schemeClr val="dk1"/>
                </a:solidFill>
              </a:defRPr>
            </a:lvl5pPr>
            <a:lvl6pPr lvl="5" algn="ctr">
              <a:lnSpc>
                <a:spcPct val="100000"/>
              </a:lnSpc>
              <a:spcBef>
                <a:spcPts val="0"/>
              </a:spcBef>
              <a:spcAft>
                <a:spcPts val="0"/>
              </a:spcAft>
              <a:buNone/>
              <a:defRPr lang="en-US" sz="1800" dirty="0">
                <a:solidFill>
                  <a:schemeClr val="dk1"/>
                </a:solidFill>
              </a:defRPr>
            </a:lvl6pPr>
            <a:lvl7pPr lvl="6" algn="ctr">
              <a:lnSpc>
                <a:spcPct val="100000"/>
              </a:lnSpc>
              <a:spcBef>
                <a:spcPts val="0"/>
              </a:spcBef>
              <a:spcAft>
                <a:spcPts val="0"/>
              </a:spcAft>
              <a:buNone/>
              <a:defRPr lang="en-US" sz="1800" dirty="0">
                <a:solidFill>
                  <a:schemeClr val="dk1"/>
                </a:solidFill>
              </a:defRPr>
            </a:lvl7pPr>
            <a:lvl8pPr lvl="7" algn="ctr">
              <a:lnSpc>
                <a:spcPct val="100000"/>
              </a:lnSpc>
              <a:spcBef>
                <a:spcPts val="0"/>
              </a:spcBef>
              <a:spcAft>
                <a:spcPts val="0"/>
              </a:spcAft>
              <a:buNone/>
              <a:defRPr lang="en-US" sz="1800" dirty="0">
                <a:solidFill>
                  <a:schemeClr val="dk1"/>
                </a:solidFill>
              </a:defRPr>
            </a:lvl8pPr>
            <a:lvl9pPr lvl="8" algn="ctr">
              <a:lnSpc>
                <a:spcPct val="100000"/>
              </a:lnSpc>
              <a:spcBef>
                <a:spcPts val="0"/>
              </a:spcBef>
              <a:spcAft>
                <a:spcPts val="0"/>
              </a:spcAft>
              <a:buNone/>
              <a:defRPr lang="en-US" sz="1800" dirty="0">
                <a:solidFill>
                  <a:schemeClr val="dk1"/>
                </a:solidFill>
              </a:defRPr>
            </a:lvl9pPr>
          </a:lstStyle>
          <a:p>
            <a:endParaRPr lang="en-US" dirty="0"/>
          </a:p>
        </p:txBody>
      </p:sp>
      <p:sp>
        <p:nvSpPr>
          <p:cNvPr id="9" name="Footer Placeholder 4">
            <a:extLst>
              <a:ext uri="{C9839DF1-69AC-4921-94DF-B7406705A98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F03ADF2-A975-4C7E-8FD5-34ACEDFB034F}"/>
              </a:ext>
            </a:extLst>
          </p:cNvPr>
          <p:cNvSpPr>
            <a:spLocks noGrp="1"/>
          </p:cNvSpPr>
          <p:nvPr>
            <p:ph type="ftr" sz="quarter" idx="11"/>
          </p:nvPr>
        </p:nvSpPr>
        <p:spPr/>
        <p:txBody>
          <a:bodyPr rtlCol="0"/>
          <a:lstStyle>
            <a:lvl1pPr lvl="0"/>
          </a:lstStyle>
          <a:p>
            <a:r>
              <a:rPr lang="en-US" dirty="0"/>
              <a:t>Footer</a:t>
            </a:r>
          </a:p>
        </p:txBody>
      </p:sp>
      <p:sp>
        <p:nvSpPr>
          <p:cNvPr id="10" name="Slide Number Placeholder 5">
            <a:extLst>
              <a:ext uri="{658FDEDB-951F-40F3-B89E-E6A8D2F7B8C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86D20FE-6679-44D9-AD80-8A0C43E99F9B}"/>
              </a:ext>
            </a:extLst>
          </p:cNvPr>
          <p:cNvSpPr>
            <a:spLocks noGrp="1"/>
          </p:cNvSpPr>
          <p:nvPr>
            <p:ph type="sldNum" sz="quarter" idx="12"/>
          </p:nvPr>
        </p:nvSpPr>
        <p:spPr/>
        <p:txBody>
          <a:bodyPr rtlCol="0"/>
          <a:lstStyle>
            <a:lvl1pPr lvl="0"/>
          </a:lstStyle>
          <a:p>
            <a:r>
              <a:rPr lang="en-US" dirty="0"/>
              <a:t>&lt;#&gt;</a:t>
            </a:r>
          </a:p>
        </p:txBody>
      </p:sp>
      <p:sp>
        <p:nvSpPr>
          <p:cNvPr id="11" name="Date Placeholder 3">
            <a:extLst>
              <a:ext uri="{5D9C5CF5-E296-4AD5-8450-DDF98C25EF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F28F303-B4CE-4504-B22C-DC918684497F}"/>
              </a:ext>
            </a:extLst>
          </p:cNvPr>
          <p:cNvSpPr>
            <a:spLocks noGrp="1"/>
          </p:cNvSpPr>
          <p:nvPr>
            <p:ph type="dt" sz="half" idx="10"/>
          </p:nvPr>
        </p:nvSpPr>
        <p:spPr/>
        <p:txBody>
          <a:bodyPr rtlCol="0"/>
          <a:lstStyle>
            <a:lvl1pPr lvl="0"/>
          </a:lstStyle>
          <a:p>
            <a:r>
              <a:rPr lang="en-US" dirty="0"/>
              <a:t>Date</a:t>
            </a:r>
          </a:p>
        </p:txBody>
      </p:sp>
    </p:spTree>
    <p:extLst>
      <p:ext uri="{1868B0FB-ED82-4836-8A7D-87B6D2B00960}">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Google Shape;17;p3">
            <a:extLst>
              <a:ext uri="{7753FB78-7BBA-4E3E-A8B2-463C2691288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E96DF5B-6B18-453A-9188-4A2D82BE9D2C}"/>
              </a:ext>
            </a:extLst>
          </p:cNvPr>
          <p:cNvSpPr/>
          <p:nvPr/>
        </p:nvSpPr>
        <p:spPr>
          <a:xfrm>
            <a:off x="6433725" y="0"/>
            <a:ext cx="5143500" cy="5143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18;p3">
            <a:extLst>
              <a:ext uri="{B846676C-4491-47BC-880B-3E587B8B900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94C32D5-C2E6-453A-BF23-CEF33B4BC821}"/>
              </a:ext>
            </a:extLst>
          </p:cNvPr>
          <p:cNvGrpSpPr/>
          <p:nvPr/>
        </p:nvGrpSpPr>
        <p:grpSpPr>
          <a:xfrm>
            <a:off x="713225" y="-62550"/>
            <a:ext cx="7717800" cy="5210100"/>
            <a:chOff x="713225" y="-62550"/>
            <a:chExt cx="7717800" cy="5210100"/>
          </a:xfrm>
        </p:grpSpPr>
        <p:sp>
          <p:nvSpPr>
            <p:cNvPr id="4" name="Google Shape;19;p3">
              <a:extLst>
                <a:ext uri="{C4E8F98E-6DDA-4F70-BB81-D41D28A3B6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DCF5B52-E552-4075-98C8-297BC86DF2FB}"/>
                </a:ext>
              </a:extLst>
            </p:cNvPr>
            <p:cNvSpPr/>
            <p:nvPr/>
          </p:nvSpPr>
          <p:spPr>
            <a:xfrm>
              <a:off x="713225" y="533550"/>
              <a:ext cx="7717800" cy="4074899"/>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20;p3">
              <a:extLst>
                <a:ext uri="{A5BD46A4-1D86-4DA2-AD51-86681277894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3AE3814-CF43-4C42-9030-4100EDFBE09F}"/>
                </a:ext>
              </a:extLst>
            </p:cNvPr>
            <p:cNvCxnSpPr/>
            <p:nvPr/>
          </p:nvCxnSpPr>
          <p:spPr>
            <a:xfrm rot="10800000">
              <a:off x="713225" y="-62550"/>
              <a:ext cx="0" cy="596100"/>
            </a:xfrm>
            <a:prstGeom prst="line">
              <a:avLst/>
            </a:prstGeom>
            <a:noFill/>
            <a:ln w="19050" cap="flat">
              <a:solidFill>
                <a:schemeClr val="dk1"/>
              </a:solidFill>
              <a:prstDash val="solid"/>
              <a:round/>
            </a:ln>
          </p:spPr>
        </p:cxnSp>
        <p:cxnSp>
          <p:nvCxnSpPr>
            <p:cNvPr id="6" name="Google Shape;21;p3">
              <a:extLst>
                <a:ext uri="{996716BF-6CF6-43AA-8B31-499989D6A5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7B85DE-4BAD-4D02-B49A-DEB38903969A}"/>
                </a:ext>
              </a:extLst>
            </p:cNvPr>
            <p:cNvCxnSpPr/>
            <p:nvPr/>
          </p:nvCxnSpPr>
          <p:spPr>
            <a:xfrm>
              <a:off x="8430775" y="4608450"/>
              <a:ext cx="0" cy="539100"/>
            </a:xfrm>
            <a:prstGeom prst="line">
              <a:avLst/>
            </a:prstGeom>
            <a:noFill/>
            <a:ln w="19050" cap="flat">
              <a:solidFill>
                <a:schemeClr val="dk1"/>
              </a:solidFill>
              <a:prstDash val="solid"/>
              <a:round/>
            </a:ln>
          </p:spPr>
        </p:cxnSp>
      </p:grpSp>
      <p:sp>
        <p:nvSpPr>
          <p:cNvPr id="7" name="Google Shape;22;p3">
            <a:extLst>
              <a:ext uri="{F979ACC4-6186-47D7-8ADA-4B859B685C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23ED7C-FD18-443F-943F-6351ADD37876}"/>
              </a:ext>
            </a:extLst>
          </p:cNvPr>
          <p:cNvSpPr>
            <a:spLocks noGrp="1"/>
          </p:cNvSpPr>
          <p:nvPr>
            <p:ph type="title"/>
          </p:nvPr>
        </p:nvSpPr>
        <p:spPr>
          <a:xfrm>
            <a:off x="1216475" y="1977150"/>
            <a:ext cx="5067600" cy="841800"/>
          </a:xfrm>
          <a:prstGeom prst="rect">
            <a:avLst/>
          </a:prstGeom>
        </p:spPr>
        <p:txBody>
          <a:bodyPr spcFirstLastPara="1" wrap="square" lIns="91425" tIns="91425" rIns="91425" bIns="91425" rtlCol="0" anchor="b">
            <a:noAutofit/>
          </a:bodyPr>
          <a:lstStyle>
            <a:lvl1pPr lvl="0">
              <a:spcBef>
                <a:spcPts val="0"/>
              </a:spcBef>
              <a:spcAft>
                <a:spcPts val="0"/>
              </a:spcAft>
              <a:buNone/>
              <a:defRPr lang="en-US" sz="5000" dirty="0"/>
            </a:lvl1pPr>
            <a:lvl2pPr lvl="1" algn="ctr">
              <a:spcBef>
                <a:spcPts val="0"/>
              </a:spcBef>
              <a:spcAft>
                <a:spcPts val="0"/>
              </a:spcAft>
              <a:buNone/>
              <a:defRPr lang="en-US" sz="3600" dirty="0"/>
            </a:lvl2pPr>
            <a:lvl3pPr lvl="2" algn="ctr">
              <a:spcBef>
                <a:spcPts val="0"/>
              </a:spcBef>
              <a:spcAft>
                <a:spcPts val="0"/>
              </a:spcAft>
              <a:buNone/>
              <a:defRPr lang="en-US" sz="3600" dirty="0"/>
            </a:lvl3pPr>
            <a:lvl4pPr lvl="3" algn="ctr">
              <a:spcBef>
                <a:spcPts val="0"/>
              </a:spcBef>
              <a:spcAft>
                <a:spcPts val="0"/>
              </a:spcAft>
              <a:buNone/>
              <a:defRPr lang="en-US" sz="3600" dirty="0"/>
            </a:lvl4pPr>
            <a:lvl5pPr lvl="4" algn="ctr">
              <a:spcBef>
                <a:spcPts val="0"/>
              </a:spcBef>
              <a:spcAft>
                <a:spcPts val="0"/>
              </a:spcAft>
              <a:buNone/>
              <a:defRPr lang="en-US" sz="3600" dirty="0"/>
            </a:lvl5pPr>
            <a:lvl6pPr lvl="5" algn="ctr">
              <a:spcBef>
                <a:spcPts val="0"/>
              </a:spcBef>
              <a:spcAft>
                <a:spcPts val="0"/>
              </a:spcAft>
              <a:buNone/>
              <a:defRPr lang="en-US" sz="3600" dirty="0"/>
            </a:lvl6pPr>
            <a:lvl7pPr lvl="6" algn="ctr">
              <a:spcBef>
                <a:spcPts val="0"/>
              </a:spcBef>
              <a:spcAft>
                <a:spcPts val="0"/>
              </a:spcAft>
              <a:buNone/>
              <a:defRPr lang="en-US" sz="3600" dirty="0"/>
            </a:lvl7pPr>
            <a:lvl8pPr lvl="7" algn="ctr">
              <a:spcBef>
                <a:spcPts val="0"/>
              </a:spcBef>
              <a:spcAft>
                <a:spcPts val="0"/>
              </a:spcAft>
              <a:buNone/>
              <a:defRPr lang="en-US" sz="3600" dirty="0"/>
            </a:lvl8pPr>
            <a:lvl9pPr lvl="8" algn="ctr">
              <a:spcBef>
                <a:spcPts val="0"/>
              </a:spcBef>
              <a:spcAft>
                <a:spcPts val="0"/>
              </a:spcAft>
              <a:buNone/>
              <a:defRPr lang="en-US" sz="3600" dirty="0"/>
            </a:lvl9pPr>
          </a:lstStyle>
          <a:p>
            <a:endParaRPr lang="en-US" dirty="0"/>
          </a:p>
        </p:txBody>
      </p:sp>
      <p:sp>
        <p:nvSpPr>
          <p:cNvPr id="8" name="Google Shape;23;p3">
            <a:extLst>
              <a:ext uri="{84BAC1EA-FABF-4318-B5B4-17E5D00613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E09063A-44B4-48F8-9CFD-C387D9C77AA8}"/>
              </a:ext>
            </a:extLst>
          </p:cNvPr>
          <p:cNvSpPr>
            <a:spLocks noGrp="1"/>
          </p:cNvSpPr>
          <p:nvPr>
            <p:ph type="title" idx="1"/>
          </p:nvPr>
        </p:nvSpPr>
        <p:spPr>
          <a:xfrm>
            <a:off x="719999" y="533550"/>
            <a:ext cx="824400" cy="705000"/>
          </a:xfrm>
          <a:prstGeom prst="rect">
            <a:avLst/>
          </a:prstGeom>
          <a:solidFill>
            <a:schemeClr val="dk1"/>
          </a:solidFill>
        </p:spPr>
        <p:txBody>
          <a:bodyPr spcFirstLastPara="1" wrap="square" lIns="91425" tIns="91425" rIns="91425" bIns="91425" rtlCol="0" anchor="ctr">
            <a:noAutofit/>
          </a:bodyPr>
          <a:lstStyle>
            <a:lvl1pPr lvl="0" algn="ctr" rtl="0">
              <a:spcBef>
                <a:spcPts val="0"/>
              </a:spcBef>
              <a:spcAft>
                <a:spcPts val="0"/>
              </a:spcAft>
              <a:buNone/>
              <a:defRPr lang="en-US" sz="3300" dirty="0">
                <a:solidFill>
                  <a:schemeClr val="lt1"/>
                </a:solidFill>
              </a:defRPr>
            </a:lvl1pPr>
            <a:lvl2pPr lvl="1" algn="ctr" rtl="0">
              <a:spcBef>
                <a:spcPts val="0"/>
              </a:spcBef>
              <a:spcAft>
                <a:spcPts val="0"/>
              </a:spcAft>
              <a:buNone/>
              <a:defRPr lang="en-US" sz="6000" dirty="0"/>
            </a:lvl2pPr>
            <a:lvl3pPr lvl="2" algn="ctr" rtl="0">
              <a:spcBef>
                <a:spcPts val="0"/>
              </a:spcBef>
              <a:spcAft>
                <a:spcPts val="0"/>
              </a:spcAft>
              <a:buNone/>
              <a:defRPr lang="en-US" sz="6000" dirty="0"/>
            </a:lvl3pPr>
            <a:lvl4pPr lvl="3" algn="ctr" rtl="0">
              <a:spcBef>
                <a:spcPts val="0"/>
              </a:spcBef>
              <a:spcAft>
                <a:spcPts val="0"/>
              </a:spcAft>
              <a:buNone/>
              <a:defRPr lang="en-US" sz="6000" dirty="0"/>
            </a:lvl4pPr>
            <a:lvl5pPr lvl="4" algn="ctr" rtl="0">
              <a:spcBef>
                <a:spcPts val="0"/>
              </a:spcBef>
              <a:spcAft>
                <a:spcPts val="0"/>
              </a:spcAft>
              <a:buNone/>
              <a:defRPr lang="en-US" sz="6000" dirty="0"/>
            </a:lvl5pPr>
            <a:lvl6pPr lvl="5" algn="ctr" rtl="0">
              <a:spcBef>
                <a:spcPts val="0"/>
              </a:spcBef>
              <a:spcAft>
                <a:spcPts val="0"/>
              </a:spcAft>
              <a:buNone/>
              <a:defRPr lang="en-US" sz="6000" dirty="0"/>
            </a:lvl6pPr>
            <a:lvl7pPr lvl="6" algn="ctr" rtl="0">
              <a:spcBef>
                <a:spcPts val="0"/>
              </a:spcBef>
              <a:spcAft>
                <a:spcPts val="0"/>
              </a:spcAft>
              <a:buNone/>
              <a:defRPr lang="en-US" sz="6000" dirty="0"/>
            </a:lvl7pPr>
            <a:lvl8pPr lvl="7" algn="ctr" rtl="0">
              <a:spcBef>
                <a:spcPts val="0"/>
              </a:spcBef>
              <a:spcAft>
                <a:spcPts val="0"/>
              </a:spcAft>
              <a:buNone/>
              <a:defRPr lang="en-US" sz="6000" dirty="0"/>
            </a:lvl8pPr>
            <a:lvl9pPr lvl="8" algn="ctr" rtl="0">
              <a:spcBef>
                <a:spcPts val="0"/>
              </a:spcBef>
              <a:spcAft>
                <a:spcPts val="0"/>
              </a:spcAft>
              <a:buNone/>
              <a:defRPr lang="en-US" sz="6000" dirty="0"/>
            </a:lvl9pPr>
          </a:lstStyle>
          <a:p>
            <a:r>
              <a:rPr lang="en-US" dirty="0"/>
              <a:t>xx%</a:t>
            </a:r>
          </a:p>
        </p:txBody>
      </p:sp>
      <p:sp>
        <p:nvSpPr>
          <p:cNvPr id="9" name="Google Shape;24;p3">
            <a:extLst>
              <a:ext uri="{727ECBB3-ECF1-4ECF-B7F1-B2F78EF3981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5A24F4E-1B41-4CF8-A6BE-CB1A994BAD77}"/>
              </a:ext>
            </a:extLst>
          </p:cNvPr>
          <p:cNvSpPr>
            <a:spLocks noGrp="1"/>
          </p:cNvSpPr>
          <p:nvPr>
            <p:ph type="subTitle" idx="2"/>
          </p:nvPr>
        </p:nvSpPr>
        <p:spPr>
          <a:xfrm>
            <a:off x="1216475" y="2730750"/>
            <a:ext cx="5067600" cy="435600"/>
          </a:xfrm>
          <a:prstGeom prst="rect">
            <a:avLst/>
          </a:prstGeom>
        </p:spPr>
        <p:txBody>
          <a:bodyPr spcFirstLastPara="1" wrap="square" lIns="91425" tIns="91425" rIns="91425" bIns="91425" rtlCol="0" anchor="t">
            <a:noAutofit/>
          </a:bodyPr>
          <a:lstStyle>
            <a:lvl1pPr lvl="0" rtl="0">
              <a:lnSpc>
                <a:spcPct val="100000"/>
              </a:lnSpc>
              <a:spcBef>
                <a:spcPts val="0"/>
              </a:spcBef>
              <a:spcAft>
                <a:spcPts val="0"/>
              </a:spcAft>
              <a:buNone/>
              <a:defRPr lang="en-US" dirty="0">
                <a:solidFill>
                  <a:schemeClr val="dk1"/>
                </a:solidFill>
                <a:latin typeface="Hanken Grotesk"/>
              </a:defRPr>
            </a:lvl1pPr>
            <a:lvl2pPr lvl="1" algn="ctr" rtl="0">
              <a:lnSpc>
                <a:spcPct val="100000"/>
              </a:lnSpc>
              <a:spcBef>
                <a:spcPts val="0"/>
              </a:spcBef>
              <a:spcAft>
                <a:spcPts val="0"/>
              </a:spcAft>
              <a:buNone/>
              <a:defRPr lang="en-US" dirty="0">
                <a:solidFill>
                  <a:schemeClr val="dk1"/>
                </a:solidFill>
              </a:defRPr>
            </a:lvl2pPr>
            <a:lvl3pPr lvl="2" algn="ctr" rtl="0">
              <a:lnSpc>
                <a:spcPct val="100000"/>
              </a:lnSpc>
              <a:spcBef>
                <a:spcPts val="0"/>
              </a:spcBef>
              <a:spcAft>
                <a:spcPts val="0"/>
              </a:spcAft>
              <a:buNone/>
              <a:defRPr lang="en-US" dirty="0">
                <a:solidFill>
                  <a:schemeClr val="dk1"/>
                </a:solidFill>
              </a:defRPr>
            </a:lvl3pPr>
            <a:lvl4pPr lvl="3" algn="ctr" rtl="0">
              <a:lnSpc>
                <a:spcPct val="100000"/>
              </a:lnSpc>
              <a:spcBef>
                <a:spcPts val="0"/>
              </a:spcBef>
              <a:spcAft>
                <a:spcPts val="0"/>
              </a:spcAft>
              <a:buNone/>
              <a:defRPr lang="en-US" dirty="0">
                <a:solidFill>
                  <a:schemeClr val="dk1"/>
                </a:solidFill>
              </a:defRPr>
            </a:lvl4pPr>
            <a:lvl5pPr lvl="4" algn="ctr" rtl="0">
              <a:lnSpc>
                <a:spcPct val="100000"/>
              </a:lnSpc>
              <a:spcBef>
                <a:spcPts val="0"/>
              </a:spcBef>
              <a:spcAft>
                <a:spcPts val="0"/>
              </a:spcAft>
              <a:buNone/>
              <a:defRPr lang="en-US" dirty="0">
                <a:solidFill>
                  <a:schemeClr val="dk1"/>
                </a:solidFill>
              </a:defRPr>
            </a:lvl5pPr>
            <a:lvl6pPr lvl="5" algn="ctr" rtl="0">
              <a:lnSpc>
                <a:spcPct val="100000"/>
              </a:lnSpc>
              <a:spcBef>
                <a:spcPts val="0"/>
              </a:spcBef>
              <a:spcAft>
                <a:spcPts val="0"/>
              </a:spcAft>
              <a:buNone/>
              <a:defRPr lang="en-US" dirty="0">
                <a:solidFill>
                  <a:schemeClr val="dk1"/>
                </a:solidFill>
              </a:defRPr>
            </a:lvl6pPr>
            <a:lvl7pPr lvl="6" algn="ctr" rtl="0">
              <a:lnSpc>
                <a:spcPct val="100000"/>
              </a:lnSpc>
              <a:spcBef>
                <a:spcPts val="0"/>
              </a:spcBef>
              <a:spcAft>
                <a:spcPts val="0"/>
              </a:spcAft>
              <a:buNone/>
              <a:defRPr lang="en-US" dirty="0">
                <a:solidFill>
                  <a:schemeClr val="dk1"/>
                </a:solidFill>
              </a:defRPr>
            </a:lvl7pPr>
            <a:lvl8pPr lvl="7" algn="ctr" rtl="0">
              <a:lnSpc>
                <a:spcPct val="100000"/>
              </a:lnSpc>
              <a:spcBef>
                <a:spcPts val="0"/>
              </a:spcBef>
              <a:spcAft>
                <a:spcPts val="0"/>
              </a:spcAft>
              <a:buNone/>
              <a:defRPr lang="en-US" dirty="0">
                <a:solidFill>
                  <a:schemeClr val="dk1"/>
                </a:solidFill>
              </a:defRPr>
            </a:lvl8pPr>
            <a:lvl9pPr lvl="8" algn="ctr" rtl="0">
              <a:lnSpc>
                <a:spcPct val="100000"/>
              </a:lnSpc>
              <a:spcBef>
                <a:spcPts val="0"/>
              </a:spcBef>
              <a:spcAft>
                <a:spcPts val="0"/>
              </a:spcAft>
              <a:buNone/>
              <a:defRPr lang="en-US" dirty="0">
                <a:solidFill>
                  <a:schemeClr val="dk1"/>
                </a:solidFill>
              </a:defRPr>
            </a:lvl9pPr>
          </a:lstStyle>
          <a:p>
            <a:endParaRPr lang="en-US" dirty="0"/>
          </a:p>
        </p:txBody>
      </p:sp>
      <p:sp>
        <p:nvSpPr>
          <p:cNvPr id="10" name="Footer Placeholder 4">
            <a:extLst>
              <a:ext uri="{132B307D-DA62-4CAD-8354-A07F47ACB6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D148B5-16AA-4834-9785-1590990921D3}"/>
              </a:ext>
            </a:extLst>
          </p:cNvPr>
          <p:cNvSpPr>
            <a:spLocks noGrp="1"/>
          </p:cNvSpPr>
          <p:nvPr>
            <p:ph type="ftr" sz="quarter" idx="11"/>
          </p:nvPr>
        </p:nvSpPr>
        <p:spPr/>
        <p:txBody>
          <a:bodyPr rtlCol="0"/>
          <a:lstStyle>
            <a:lvl1pPr lvl="0"/>
          </a:lstStyle>
          <a:p>
            <a:r>
              <a:rPr lang="en-US" dirty="0"/>
              <a:t>Footer</a:t>
            </a:r>
          </a:p>
        </p:txBody>
      </p:sp>
      <p:sp>
        <p:nvSpPr>
          <p:cNvPr id="11" name="Slide Number Placeholder 5">
            <a:extLst>
              <a:ext uri="{F8B8B780-C7EA-4623-AC6D-6B0A844C1AF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8B9153C-096B-4EAE-B579-447734F65A50}"/>
              </a:ext>
            </a:extLst>
          </p:cNvPr>
          <p:cNvSpPr>
            <a:spLocks noGrp="1"/>
          </p:cNvSpPr>
          <p:nvPr>
            <p:ph type="sldNum" sz="quarter" idx="12"/>
          </p:nvPr>
        </p:nvSpPr>
        <p:spPr/>
        <p:txBody>
          <a:bodyPr rtlCol="0"/>
          <a:lstStyle>
            <a:lvl1pPr lvl="0"/>
          </a:lstStyle>
          <a:p>
            <a:r>
              <a:rPr lang="en-US" dirty="0"/>
              <a:t>&lt;#&gt;</a:t>
            </a:r>
          </a:p>
        </p:txBody>
      </p:sp>
      <p:sp>
        <p:nvSpPr>
          <p:cNvPr id="12" name="Date Placeholder 3">
            <a:extLst>
              <a:ext uri="{99CB7318-0C0B-4493-9359-3F07D211E7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F5E7C1-0297-4BBB-9B3C-6FA6A7FD2320}"/>
              </a:ext>
            </a:extLst>
          </p:cNvPr>
          <p:cNvSpPr>
            <a:spLocks noGrp="1"/>
          </p:cNvSpPr>
          <p:nvPr>
            <p:ph type="dt" sz="half" idx="10"/>
          </p:nvPr>
        </p:nvSpPr>
        <p:spPr/>
        <p:txBody>
          <a:bodyPr rtlCol="0"/>
          <a:lstStyle>
            <a:lvl1pPr lvl="0"/>
          </a:lstStyle>
          <a:p>
            <a:r>
              <a:rPr lang="en-US" dirty="0"/>
              <a:t>Date</a:t>
            </a:r>
          </a:p>
        </p:txBody>
      </p:sp>
    </p:spTree>
    <p:extLst>
      <p:ext uri="{AA7D2DE4-9CE4-4540-BA96-ADC6E2785F7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in point">
    <p:spTree>
      <p:nvGrpSpPr>
        <p:cNvPr id="1" name=""/>
        <p:cNvGrpSpPr/>
        <p:nvPr/>
      </p:nvGrpSpPr>
      <p:grpSpPr>
        <a:xfrm>
          <a:off x="0" y="0"/>
          <a:ext cx="0" cy="0"/>
          <a:chOff x="0" y="0"/>
          <a:chExt cx="0" cy="0"/>
        </a:xfrm>
      </p:grpSpPr>
      <p:sp>
        <p:nvSpPr>
          <p:cNvPr id="2" name="Google Shape;62;p8">
            <a:extLst>
              <a:ext uri="{EB6C00A2-2A08-4301-8703-018934AFC5F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936F926-05BC-49A8-88D2-3E9861E09B07}"/>
              </a:ext>
            </a:extLst>
          </p:cNvPr>
          <p:cNvSpPr/>
          <p:nvPr/>
        </p:nvSpPr>
        <p:spPr>
          <a:xfrm>
            <a:off x="2007375" y="2776900"/>
            <a:ext cx="5143500" cy="5143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63;p8">
            <a:extLst>
              <a:ext uri="{B21F46CD-2C66-4533-B12B-79304572F38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8ECE88-2E15-4C97-BCAA-78BD5092E05D}"/>
              </a:ext>
            </a:extLst>
          </p:cNvPr>
          <p:cNvGrpSpPr/>
          <p:nvPr/>
        </p:nvGrpSpPr>
        <p:grpSpPr>
          <a:xfrm>
            <a:off x="-25" y="533550"/>
            <a:ext cx="9270975" cy="4075025"/>
            <a:chOff x="-25" y="533550"/>
            <a:chExt cx="9270975" cy="4075025"/>
          </a:xfrm>
        </p:grpSpPr>
        <p:sp>
          <p:nvSpPr>
            <p:cNvPr id="4" name="Google Shape;64;p8">
              <a:extLst>
                <a:ext uri="{91991737-ED61-4F96-A643-4F956F552D5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40E6CD0-3544-443D-AF24-FA93741CDC01}"/>
                </a:ext>
              </a:extLst>
            </p:cNvPr>
            <p:cNvSpPr/>
            <p:nvPr/>
          </p:nvSpPr>
          <p:spPr>
            <a:xfrm>
              <a:off x="727425" y="533550"/>
              <a:ext cx="7703399" cy="4074899"/>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sz="3800" b="1" dirty="0">
                <a:solidFill>
                  <a:schemeClr val="dk1"/>
                </a:solidFill>
                <a:latin typeface="Figtree-black"/>
              </a:endParaRPr>
            </a:p>
          </p:txBody>
        </p:sp>
        <p:cxnSp>
          <p:nvCxnSpPr>
            <p:cNvPr id="5" name="Google Shape;65;p8">
              <a:extLst>
                <a:ext uri="{610C8289-D435-48D1-928F-8464E037E0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5443E56-2064-49FA-9163-C68FCFB38109}"/>
                </a:ext>
              </a:extLst>
            </p:cNvPr>
            <p:cNvCxnSpPr/>
            <p:nvPr/>
          </p:nvCxnSpPr>
          <p:spPr>
            <a:xfrm rot="10800000">
              <a:off x="8430949" y="533550"/>
              <a:ext cx="840000" cy="0"/>
            </a:xfrm>
            <a:prstGeom prst="line">
              <a:avLst/>
            </a:prstGeom>
            <a:noFill/>
            <a:ln w="19050" cap="flat">
              <a:solidFill>
                <a:schemeClr val="dk1"/>
              </a:solidFill>
              <a:prstDash val="solid"/>
              <a:round/>
            </a:ln>
          </p:spPr>
        </p:cxnSp>
        <p:cxnSp>
          <p:nvCxnSpPr>
            <p:cNvPr id="6" name="Google Shape;66;p8">
              <a:extLst>
                <a:ext uri="{8ED06A9A-6140-4B8B-B65F-2D6A0229B6B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DE75C11-3F2E-42DE-9F3C-BD88704580D1}"/>
                </a:ext>
              </a:extLst>
            </p:cNvPr>
            <p:cNvCxnSpPr/>
            <p:nvPr/>
          </p:nvCxnSpPr>
          <p:spPr>
            <a:xfrm rot="10800000">
              <a:off x="-25" y="4608575"/>
              <a:ext cx="740700" cy="0"/>
            </a:xfrm>
            <a:prstGeom prst="line">
              <a:avLst/>
            </a:prstGeom>
            <a:noFill/>
            <a:ln w="19050" cap="flat">
              <a:solidFill>
                <a:schemeClr val="dk1"/>
              </a:solidFill>
              <a:prstDash val="solid"/>
              <a:round/>
            </a:ln>
          </p:spPr>
        </p:cxnSp>
      </p:grpSp>
      <p:sp>
        <p:nvSpPr>
          <p:cNvPr id="7" name="Google Shape;67;p8">
            <a:extLst>
              <a:ext uri="{4322115D-C477-4677-9965-B01F8E6FA1C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959252B-CB60-4D32-B084-8CCFA99D3332}"/>
              </a:ext>
            </a:extLst>
          </p:cNvPr>
          <p:cNvSpPr>
            <a:spLocks noGrp="1"/>
          </p:cNvSpPr>
          <p:nvPr>
            <p:ph type="title" idx="10"/>
          </p:nvPr>
        </p:nvSpPr>
        <p:spPr>
          <a:xfrm>
            <a:off x="1644450" y="1733400"/>
            <a:ext cx="5855100" cy="760800"/>
          </a:xfrm>
          <a:prstGeom prst="rect">
            <a:avLst/>
          </a:prstGeom>
        </p:spPr>
        <p:txBody>
          <a:bodyPr spcFirstLastPara="1" wrap="square" lIns="91425" tIns="91425" rIns="91425" bIns="91425" rtlCol="0" anchor="b">
            <a:noAutofit/>
          </a:bodyPr>
          <a:lstStyle>
            <a:lvl1pPr lvl="0" algn="ctr">
              <a:spcBef>
                <a:spcPts val="0"/>
              </a:spcBef>
              <a:spcAft>
                <a:spcPts val="0"/>
              </a:spcAft>
              <a:buNone/>
              <a:defRPr lang="en-US" sz="4300" dirty="0"/>
            </a:lvl1pPr>
            <a:lvl2pPr lvl="1">
              <a:spcBef>
                <a:spcPts val="0"/>
              </a:spcBef>
              <a:spcAft>
                <a:spcPts val="0"/>
              </a:spcAft>
              <a:buNone/>
              <a:defRPr lang="en-US" sz="4800" dirty="0"/>
            </a:lvl2pPr>
            <a:lvl3pPr lvl="2">
              <a:spcBef>
                <a:spcPts val="0"/>
              </a:spcBef>
              <a:spcAft>
                <a:spcPts val="0"/>
              </a:spcAft>
              <a:buNone/>
              <a:defRPr lang="en-US" sz="4800" dirty="0"/>
            </a:lvl3pPr>
            <a:lvl4pPr lvl="3">
              <a:spcBef>
                <a:spcPts val="0"/>
              </a:spcBef>
              <a:spcAft>
                <a:spcPts val="0"/>
              </a:spcAft>
              <a:buNone/>
              <a:defRPr lang="en-US" sz="4800" dirty="0"/>
            </a:lvl4pPr>
            <a:lvl5pPr lvl="4">
              <a:spcBef>
                <a:spcPts val="0"/>
              </a:spcBef>
              <a:spcAft>
                <a:spcPts val="0"/>
              </a:spcAft>
              <a:buNone/>
              <a:defRPr lang="en-US" sz="4800" dirty="0"/>
            </a:lvl5pPr>
            <a:lvl6pPr lvl="5">
              <a:spcBef>
                <a:spcPts val="0"/>
              </a:spcBef>
              <a:spcAft>
                <a:spcPts val="0"/>
              </a:spcAft>
              <a:buNone/>
              <a:defRPr lang="en-US" sz="4800" dirty="0"/>
            </a:lvl6pPr>
            <a:lvl7pPr lvl="6">
              <a:spcBef>
                <a:spcPts val="0"/>
              </a:spcBef>
              <a:spcAft>
                <a:spcPts val="0"/>
              </a:spcAft>
              <a:buNone/>
              <a:defRPr lang="en-US" sz="4800" dirty="0"/>
            </a:lvl7pPr>
            <a:lvl8pPr lvl="7">
              <a:spcBef>
                <a:spcPts val="0"/>
              </a:spcBef>
              <a:spcAft>
                <a:spcPts val="0"/>
              </a:spcAft>
              <a:buNone/>
              <a:defRPr lang="en-US" sz="4800" dirty="0"/>
            </a:lvl8pPr>
            <a:lvl9pPr lvl="8">
              <a:spcBef>
                <a:spcPts val="0"/>
              </a:spcBef>
              <a:spcAft>
                <a:spcPts val="0"/>
              </a:spcAft>
              <a:buNone/>
              <a:defRPr lang="en-US" sz="4800" dirty="0"/>
            </a:lvl9pPr>
          </a:lstStyle>
          <a:p>
            <a:endParaRPr lang="en-US" dirty="0"/>
          </a:p>
        </p:txBody>
      </p:sp>
      <p:sp>
        <p:nvSpPr>
          <p:cNvPr id="8" name="Footer Placeholder 4">
            <a:extLst>
              <a:ext uri="{0F2AA7E3-7953-477B-BD4E-3E3C210375D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68DEC3-091E-4C42-971B-E030A3A9B155}"/>
              </a:ext>
            </a:extLst>
          </p:cNvPr>
          <p:cNvSpPr>
            <a:spLocks noGrp="1"/>
          </p:cNvSpPr>
          <p:nvPr>
            <p:ph type="ftr" sz="quarter" idx="11"/>
          </p:nvPr>
        </p:nvSpPr>
        <p:spPr/>
        <p:txBody>
          <a:bodyPr rtlCol="0"/>
          <a:lstStyle>
            <a:lvl1pPr lvl="0"/>
          </a:lstStyle>
          <a:p>
            <a:r>
              <a:rPr lang="en-US" dirty="0"/>
              <a:t>Footer</a:t>
            </a:r>
          </a:p>
        </p:txBody>
      </p:sp>
      <p:sp>
        <p:nvSpPr>
          <p:cNvPr id="9" name="Slide Number Placeholder 5">
            <a:extLst>
              <a:ext uri="{12ACB98F-F839-41AC-9883-F1DC5F96FA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CFA9523-E262-4143-A3AC-BB84B171B8BE}"/>
              </a:ext>
            </a:extLst>
          </p:cNvPr>
          <p:cNvSpPr>
            <a:spLocks noGrp="1"/>
          </p:cNvSpPr>
          <p:nvPr>
            <p:ph type="sldNum" sz="quarter" idx="12"/>
          </p:nvPr>
        </p:nvSpPr>
        <p:spPr/>
        <p:txBody>
          <a:bodyPr rtlCol="0"/>
          <a:lstStyle>
            <a:lvl1pPr lvl="0"/>
          </a:lstStyle>
          <a:p>
            <a:r>
              <a:rPr lang="en-US" dirty="0"/>
              <a:t>&lt;#&gt;</a:t>
            </a:r>
          </a:p>
        </p:txBody>
      </p:sp>
      <p:sp>
        <p:nvSpPr>
          <p:cNvPr id="10" name="Date Placeholder 3">
            <a:extLst>
              <a:ext uri="{6E3372C9-850D-42CE-AC40-967B62C49CB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AC636F-8913-4D20-A704-044E2A9EC4BC}"/>
              </a:ext>
            </a:extLst>
          </p:cNvPr>
          <p:cNvSpPr>
            <a:spLocks noGrp="1"/>
          </p:cNvSpPr>
          <p:nvPr>
            <p:ph type="dt" sz="half" idx="13"/>
          </p:nvPr>
        </p:nvSpPr>
        <p:spPr/>
        <p:txBody>
          <a:bodyPr rtlCol="0"/>
          <a:lstStyle>
            <a:lvl1pPr lvl="0"/>
          </a:lstStyle>
          <a:p>
            <a:r>
              <a:rPr lang="en-US" dirty="0"/>
              <a:t>Date</a:t>
            </a:r>
          </a:p>
        </p:txBody>
      </p:sp>
    </p:spTree>
    <p:custDataLst>
      <p:tags r:id="rId1"/>
    </p:custDataLst>
    <p:extLst>
      <p:ext uri="{03F318A1-2B2B-40CE-8AB3-52176F93EE3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and description">
    <p:spTree>
      <p:nvGrpSpPr>
        <p:cNvPr id="1" name=""/>
        <p:cNvGrpSpPr/>
        <p:nvPr/>
      </p:nvGrpSpPr>
      <p:grpSpPr>
        <a:xfrm>
          <a:off x="0" y="0"/>
          <a:ext cx="0" cy="0"/>
          <a:chOff x="0" y="0"/>
          <a:chExt cx="0" cy="0"/>
        </a:xfrm>
      </p:grpSpPr>
      <p:sp>
        <p:nvSpPr>
          <p:cNvPr id="2" name="Google Shape;69;p9">
            <a:extLst>
              <a:ext uri="{DCA68753-0B08-46F9-A47C-4607556243D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F5E62A-CB2B-4929-A3FA-5A667744EAAE}"/>
              </a:ext>
            </a:extLst>
          </p:cNvPr>
          <p:cNvSpPr/>
          <p:nvPr/>
        </p:nvSpPr>
        <p:spPr>
          <a:xfrm>
            <a:off x="-2613450" y="-126024"/>
            <a:ext cx="5402100" cy="54021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70;p9">
            <a:extLst>
              <a:ext uri="{5A69B4D4-E815-4796-87EE-DA64765933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AE6B13-5DBB-4B3E-B4ED-AC32B0E81316}"/>
              </a:ext>
            </a:extLst>
          </p:cNvPr>
          <p:cNvGrpSpPr/>
          <p:nvPr/>
        </p:nvGrpSpPr>
        <p:grpSpPr>
          <a:xfrm>
            <a:off x="727425" y="-49275"/>
            <a:ext cx="7703399" cy="5243325"/>
            <a:chOff x="727425" y="-49275"/>
            <a:chExt cx="7703399" cy="5243325"/>
          </a:xfrm>
        </p:grpSpPr>
        <p:sp>
          <p:nvSpPr>
            <p:cNvPr id="4" name="Google Shape;71;p9">
              <a:extLst>
                <a:ext uri="{CE172E2A-3B82-4FD2-9F40-B70ABD5F6B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4C1BBC9-3B85-465C-AFF6-D91C1B74670B}"/>
                </a:ext>
              </a:extLst>
            </p:cNvPr>
            <p:cNvSpPr/>
            <p:nvPr/>
          </p:nvSpPr>
          <p:spPr>
            <a:xfrm>
              <a:off x="727425" y="533550"/>
              <a:ext cx="7703399" cy="4074899"/>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72;p9">
              <a:extLst>
                <a:ext uri="{A268330E-2755-453A-AB03-42152D9E913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A74DD49-8349-4FFA-89C9-D0B0D24DC831}"/>
                </a:ext>
              </a:extLst>
            </p:cNvPr>
            <p:cNvCxnSpPr/>
            <p:nvPr/>
          </p:nvCxnSpPr>
          <p:spPr>
            <a:xfrm rot="10800000">
              <a:off x="727425" y="-49275"/>
              <a:ext cx="0" cy="585600"/>
            </a:xfrm>
            <a:prstGeom prst="line">
              <a:avLst/>
            </a:prstGeom>
            <a:noFill/>
            <a:ln w="19050" cap="flat">
              <a:solidFill>
                <a:schemeClr val="dk1"/>
              </a:solidFill>
              <a:prstDash val="solid"/>
              <a:round/>
            </a:ln>
          </p:spPr>
        </p:cxnSp>
        <p:cxnSp>
          <p:nvCxnSpPr>
            <p:cNvPr id="6" name="Google Shape;73;p9">
              <a:extLst>
                <a:ext uri="{FEBB404C-7809-4313-AB53-CF9642DE8BC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5314F4-B53C-4F31-88D0-8E1955B444D8}"/>
                </a:ext>
              </a:extLst>
            </p:cNvPr>
            <p:cNvCxnSpPr/>
            <p:nvPr/>
          </p:nvCxnSpPr>
          <p:spPr>
            <a:xfrm rot="10800000">
              <a:off x="8430775" y="4608450"/>
              <a:ext cx="0" cy="585600"/>
            </a:xfrm>
            <a:prstGeom prst="line">
              <a:avLst/>
            </a:prstGeom>
            <a:noFill/>
            <a:ln w="19050" cap="flat">
              <a:solidFill>
                <a:schemeClr val="dk1"/>
              </a:solidFill>
              <a:prstDash val="solid"/>
              <a:round/>
            </a:ln>
          </p:spPr>
        </p:cxnSp>
      </p:grpSp>
      <p:sp>
        <p:nvSpPr>
          <p:cNvPr id="7" name="Google Shape;74;p9">
            <a:extLst>
              <a:ext uri="{F2570615-1094-4343-A41E-5273DA1ABB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7E1F361-AACA-4ABE-A311-B7ED4BCAABB2}"/>
              </a:ext>
            </a:extLst>
          </p:cNvPr>
          <p:cNvSpPr>
            <a:spLocks noGrp="1"/>
          </p:cNvSpPr>
          <p:nvPr>
            <p:ph type="title" idx="10"/>
          </p:nvPr>
        </p:nvSpPr>
        <p:spPr>
          <a:xfrm>
            <a:off x="3496850" y="1021763"/>
            <a:ext cx="4294800" cy="2095200"/>
          </a:xfrm>
          <a:prstGeom prst="rect">
            <a:avLst/>
          </a:prstGeom>
        </p:spPr>
        <p:txBody>
          <a:bodyPr spcFirstLastPara="1" wrap="square" lIns="91425" tIns="91425" rIns="91425" bIns="91425" rtlCol="0" anchor="b">
            <a:noAutofit/>
          </a:bodyPr>
          <a:lstStyle>
            <a:lvl1pPr lvl="0" rtl="0">
              <a:spcBef>
                <a:spcPts val="0"/>
              </a:spcBef>
              <a:spcAft>
                <a:spcPts val="0"/>
              </a:spcAft>
              <a:buNone/>
              <a:defRPr lang="en-US" sz="4000" dirty="0"/>
            </a:lvl1pPr>
            <a:lvl2pPr lvl="1" rtl="0">
              <a:spcBef>
                <a:spcPts val="0"/>
              </a:spcBef>
              <a:spcAft>
                <a:spcPts val="0"/>
              </a:spcAft>
              <a:buNone/>
            </a:lvl2pPr>
            <a:lvl3pPr lvl="2" rtl="0">
              <a:spcBef>
                <a:spcPts val="0"/>
              </a:spcBef>
              <a:spcAft>
                <a:spcPts val="0"/>
              </a:spcAft>
              <a:buNone/>
            </a:lvl3pPr>
            <a:lvl4pPr lvl="3" rtl="0">
              <a:spcBef>
                <a:spcPts val="0"/>
              </a:spcBef>
              <a:spcAft>
                <a:spcPts val="0"/>
              </a:spcAft>
              <a:buNone/>
            </a:lvl4pPr>
            <a:lvl5pPr lvl="4" rtl="0">
              <a:spcBef>
                <a:spcPts val="0"/>
              </a:spcBef>
              <a:spcAft>
                <a:spcPts val="0"/>
              </a:spcAft>
              <a:buNone/>
            </a:lvl5pPr>
            <a:lvl6pPr lvl="5" rtl="0">
              <a:spcBef>
                <a:spcPts val="0"/>
              </a:spcBef>
              <a:spcAft>
                <a:spcPts val="0"/>
              </a:spcAft>
              <a:buNone/>
            </a:lvl6pPr>
            <a:lvl7pPr lvl="6" rtl="0">
              <a:spcBef>
                <a:spcPts val="0"/>
              </a:spcBef>
              <a:spcAft>
                <a:spcPts val="0"/>
              </a:spcAft>
              <a:buNone/>
            </a:lvl7pPr>
            <a:lvl8pPr lvl="7" rtl="0">
              <a:spcBef>
                <a:spcPts val="0"/>
              </a:spcBef>
              <a:spcAft>
                <a:spcPts val="0"/>
              </a:spcAft>
              <a:buNone/>
            </a:lvl8pPr>
            <a:lvl9pPr lvl="8" rtl="0">
              <a:spcBef>
                <a:spcPts val="0"/>
              </a:spcBef>
              <a:spcAft>
                <a:spcPts val="0"/>
              </a:spcAft>
              <a:buNone/>
            </a:lvl9pPr>
          </a:lstStyle>
          <a:p>
            <a:endParaRPr lang="en-US" dirty="0"/>
          </a:p>
        </p:txBody>
      </p:sp>
      <p:sp>
        <p:nvSpPr>
          <p:cNvPr id="8" name="Google Shape;75;p9">
            <a:extLst>
              <a:ext uri="{41484AA2-1BF8-4B1F-B5F3-FD686874309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C892173-64E3-4957-A77D-DCA3FB3CD6B7}"/>
              </a:ext>
            </a:extLst>
          </p:cNvPr>
          <p:cNvSpPr>
            <a:spLocks noGrp="1"/>
          </p:cNvSpPr>
          <p:nvPr>
            <p:ph type="subTitle" idx="11"/>
          </p:nvPr>
        </p:nvSpPr>
        <p:spPr>
          <a:xfrm>
            <a:off x="3496850" y="3117038"/>
            <a:ext cx="4294800" cy="1004700"/>
          </a:xfrm>
          <a:prstGeom prst="rect">
            <a:avLst/>
          </a:prstGeom>
        </p:spPr>
        <p:txBody>
          <a:bodyPr spcFirstLastPara="1" wrap="square" lIns="91425" tIns="91425" rIns="91425" bIns="91425" rtlCol="0" anchor="ctr">
            <a:noAutofit/>
          </a:bodyPr>
          <a:lstStyle>
            <a:lvl1pPr lvl="0" rtl="0">
              <a:lnSpc>
                <a:spcPct val="100000"/>
              </a:lnSpc>
              <a:spcBef>
                <a:spcPts val="0"/>
              </a:spcBef>
              <a:spcAft>
                <a:spcPts val="0"/>
              </a:spcAft>
              <a:buNone/>
              <a:defRPr lang="en-US" sz="1600" dirty="0"/>
            </a:lvl1pPr>
            <a:lvl2pPr lvl="1" algn="ctr" rtl="0">
              <a:lnSpc>
                <a:spcPct val="100000"/>
              </a:lnSpc>
              <a:spcBef>
                <a:spcPts val="0"/>
              </a:spcBef>
              <a:spcAft>
                <a:spcPts val="0"/>
              </a:spcAft>
              <a:buNone/>
            </a:lvl2pPr>
            <a:lvl3pPr lvl="2" algn="ctr" rtl="0">
              <a:lnSpc>
                <a:spcPct val="100000"/>
              </a:lnSpc>
              <a:spcBef>
                <a:spcPts val="0"/>
              </a:spcBef>
              <a:spcAft>
                <a:spcPts val="0"/>
              </a:spcAft>
              <a:buNone/>
            </a:lvl3pPr>
            <a:lvl4pPr lvl="3" algn="ctr" rtl="0">
              <a:lnSpc>
                <a:spcPct val="100000"/>
              </a:lnSpc>
              <a:spcBef>
                <a:spcPts val="0"/>
              </a:spcBef>
              <a:spcAft>
                <a:spcPts val="0"/>
              </a:spcAft>
              <a:buNone/>
            </a:lvl4pPr>
            <a:lvl5pPr lvl="4" algn="ctr" rtl="0">
              <a:lnSpc>
                <a:spcPct val="100000"/>
              </a:lnSpc>
              <a:spcBef>
                <a:spcPts val="0"/>
              </a:spcBef>
              <a:spcAft>
                <a:spcPts val="0"/>
              </a:spcAft>
              <a:buNone/>
            </a:lvl5pPr>
            <a:lvl6pPr lvl="5" algn="ctr" rtl="0">
              <a:lnSpc>
                <a:spcPct val="100000"/>
              </a:lnSpc>
              <a:spcBef>
                <a:spcPts val="0"/>
              </a:spcBef>
              <a:spcAft>
                <a:spcPts val="0"/>
              </a:spcAft>
              <a:buNone/>
            </a:lvl6pPr>
            <a:lvl7pPr lvl="6" algn="ctr" rtl="0">
              <a:lnSpc>
                <a:spcPct val="100000"/>
              </a:lnSpc>
              <a:spcBef>
                <a:spcPts val="0"/>
              </a:spcBef>
              <a:spcAft>
                <a:spcPts val="0"/>
              </a:spcAft>
              <a:buNone/>
            </a:lvl7pPr>
            <a:lvl8pPr lvl="7" algn="ctr" rtl="0">
              <a:lnSpc>
                <a:spcPct val="100000"/>
              </a:lnSpc>
              <a:spcBef>
                <a:spcPts val="0"/>
              </a:spcBef>
              <a:spcAft>
                <a:spcPts val="0"/>
              </a:spcAft>
              <a:buNone/>
            </a:lvl8pPr>
            <a:lvl9pPr lvl="8" algn="ctr" rtl="0">
              <a:lnSpc>
                <a:spcPct val="100000"/>
              </a:lnSpc>
              <a:spcBef>
                <a:spcPts val="0"/>
              </a:spcBef>
              <a:spcAft>
                <a:spcPts val="0"/>
              </a:spcAft>
              <a:buNone/>
            </a:lvl9pPr>
          </a:lstStyle>
          <a:p>
            <a:endParaRPr lang="en-US" dirty="0"/>
          </a:p>
        </p:txBody>
      </p:sp>
      <p:sp>
        <p:nvSpPr>
          <p:cNvPr id="9" name="Footer Placeholder 4">
            <a:extLst>
              <a:ext uri="{2D3E91F8-5F67-44DD-9D11-CCC2FA33492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D9880A-B56D-408F-A502-1649431ACD9D}"/>
              </a:ext>
            </a:extLst>
          </p:cNvPr>
          <p:cNvSpPr>
            <a:spLocks noGrp="1"/>
          </p:cNvSpPr>
          <p:nvPr>
            <p:ph type="ftr" sz="quarter" idx="12"/>
          </p:nvPr>
        </p:nvSpPr>
        <p:spPr/>
        <p:txBody>
          <a:bodyPr rtlCol="0"/>
          <a:lstStyle>
            <a:lvl1pPr lvl="0"/>
          </a:lstStyle>
          <a:p>
            <a:r>
              <a:rPr lang="en-US" dirty="0"/>
              <a:t>Footer</a:t>
            </a:r>
          </a:p>
        </p:txBody>
      </p:sp>
      <p:sp>
        <p:nvSpPr>
          <p:cNvPr id="10" name="Slide Number Placeholder 5">
            <a:extLst>
              <a:ext uri="{74FBDA21-BF03-43E3-9F2C-EB1E70969CA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3F244A-CD89-48F6-9F76-A1F5318BA881}"/>
              </a:ext>
            </a:extLst>
          </p:cNvPr>
          <p:cNvSpPr>
            <a:spLocks noGrp="1"/>
          </p:cNvSpPr>
          <p:nvPr>
            <p:ph type="sldNum" sz="quarter" idx="13"/>
          </p:nvPr>
        </p:nvSpPr>
        <p:spPr/>
        <p:txBody>
          <a:bodyPr rtlCol="0"/>
          <a:lstStyle>
            <a:lvl1pPr lvl="0"/>
          </a:lstStyle>
          <a:p>
            <a:r>
              <a:rPr lang="en-US" dirty="0"/>
              <a:t>&lt;#&gt;</a:t>
            </a:r>
          </a:p>
        </p:txBody>
      </p:sp>
      <p:sp>
        <p:nvSpPr>
          <p:cNvPr id="11" name="Date Placeholder 3">
            <a:extLst>
              <a:ext uri="{2D82A9B2-3DF5-4767-8E7F-7D5C3A15A71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94D16B0-659C-4E89-87F6-826F484031A8}"/>
              </a:ext>
            </a:extLst>
          </p:cNvPr>
          <p:cNvSpPr>
            <a:spLocks noGrp="1"/>
          </p:cNvSpPr>
          <p:nvPr>
            <p:ph type="dt" sz="half" idx="14"/>
          </p:nvPr>
        </p:nvSpPr>
        <p:spPr/>
        <p:txBody>
          <a:bodyPr rtlCol="0"/>
          <a:lstStyle>
            <a:lvl1pPr lvl="0"/>
          </a:lstStyle>
          <a:p>
            <a:r>
              <a:rPr lang="en-US" dirty="0"/>
              <a:t>Date</a:t>
            </a:r>
          </a:p>
        </p:txBody>
      </p:sp>
    </p:spTree>
    <p:extLst>
      <p:ext uri="{DAFF9BDE-7813-483F-8CE6-3817D1C4C83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ption">
    <p:spTree>
      <p:nvGrpSpPr>
        <p:cNvPr id="1" name=""/>
        <p:cNvGrpSpPr/>
        <p:nvPr/>
      </p:nvGrpSpPr>
      <p:grpSpPr>
        <a:xfrm>
          <a:off x="0" y="0"/>
          <a:ext cx="0" cy="0"/>
          <a:chOff x="0" y="0"/>
          <a:chExt cx="0" cy="0"/>
        </a:xfrm>
      </p:grpSpPr>
      <p:sp>
        <p:nvSpPr>
          <p:cNvPr id="2" name="Google Shape;77;p10">
            <a:extLst>
              <a:ext uri="{65F2B7B7-546D-4DA2-9508-1EA41B924C0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DD0686-D085-4818-A665-ACB3AC9EDFC5}"/>
              </a:ext>
            </a:extLst>
          </p:cNvPr>
          <p:cNvSpPr>
            <a:spLocks noGrp="1"/>
          </p:cNvSpPr>
          <p:nvPr>
            <p:ph type="pic"/>
          </p:nvPr>
        </p:nvSpPr>
        <p:spPr>
          <a:xfrm>
            <a:off x="0" y="0"/>
            <a:ext cx="9144000" cy="5143500"/>
          </a:xfrm>
          <a:prstGeom prst="rect">
            <a:avLst/>
          </a:prstGeom>
          <a:noFill/>
          <a:ln>
            <a:noFill/>
          </a:ln>
        </p:spPr>
      </p:sp>
      <p:sp>
        <p:nvSpPr>
          <p:cNvPr id="3" name="Google Shape;78;p10">
            <a:extLst>
              <a:ext uri="{4C3C7F49-8256-4994-9633-695B383BDC8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5368359-B9DC-4609-A8AC-082757CB7C25}"/>
              </a:ext>
            </a:extLst>
          </p:cNvPr>
          <p:cNvSpPr>
            <a:spLocks noGrp="1"/>
          </p:cNvSpPr>
          <p:nvPr>
            <p:ph type="title" idx="1"/>
          </p:nvPr>
        </p:nvSpPr>
        <p:spPr>
          <a:xfrm>
            <a:off x="719999" y="4045175"/>
            <a:ext cx="7710900" cy="563400"/>
          </a:xfrm>
          <a:prstGeom prst="rect">
            <a:avLst/>
          </a:prstGeom>
          <a:solidFill>
            <a:schemeClr val="lt1"/>
          </a:solidFill>
          <a:ln w="9525" cap="flat">
            <a:solidFill>
              <a:schemeClr val="dk1"/>
            </a:solidFill>
            <a:prstDash val="solid"/>
            <a:round/>
          </a:ln>
        </p:spPr>
        <p:txBody>
          <a:bodyPr spcFirstLastPara="1" wrap="square" lIns="91425" tIns="91425" rIns="91425" bIns="91425" rtlCol="0" anchor="ctr">
            <a:noAutofit/>
          </a:bodyPr>
          <a:lstStyle>
            <a:lvl1pPr lvl="0" algn="ctr" rtl="0">
              <a:lnSpc>
                <a:spcPct val="115000"/>
              </a:lnSpc>
              <a:spcBef>
                <a:spcPts val="0"/>
              </a:spcBef>
              <a:spcAft>
                <a:spcPts val="0"/>
              </a:spcAft>
              <a:buNone/>
            </a:lvl1pPr>
            <a:lvl2pPr lvl="1" algn="ctr" rtl="0">
              <a:spcBef>
                <a:spcPts val="0"/>
              </a:spcBef>
              <a:spcAft>
                <a:spcPts val="0"/>
              </a:spcAft>
              <a:buNone/>
            </a:lvl2pPr>
            <a:lvl3pPr lvl="2" algn="ctr" rtl="0">
              <a:spcBef>
                <a:spcPts val="0"/>
              </a:spcBef>
              <a:spcAft>
                <a:spcPts val="0"/>
              </a:spcAft>
              <a:buNone/>
            </a:lvl3pPr>
            <a:lvl4pPr lvl="3" algn="ctr" rtl="0">
              <a:spcBef>
                <a:spcPts val="0"/>
              </a:spcBef>
              <a:spcAft>
                <a:spcPts val="0"/>
              </a:spcAft>
              <a:buNone/>
            </a:lvl4pPr>
            <a:lvl5pPr lvl="4" algn="ctr" rtl="0">
              <a:spcBef>
                <a:spcPts val="0"/>
              </a:spcBef>
              <a:spcAft>
                <a:spcPts val="0"/>
              </a:spcAft>
              <a:buNone/>
            </a:lvl5pPr>
            <a:lvl6pPr lvl="5" algn="ctr" rtl="0">
              <a:spcBef>
                <a:spcPts val="0"/>
              </a:spcBef>
              <a:spcAft>
                <a:spcPts val="0"/>
              </a:spcAft>
              <a:buNone/>
            </a:lvl6pPr>
            <a:lvl7pPr lvl="6" algn="ctr" rtl="0">
              <a:spcBef>
                <a:spcPts val="0"/>
              </a:spcBef>
              <a:spcAft>
                <a:spcPts val="0"/>
              </a:spcAft>
              <a:buNone/>
            </a:lvl7pPr>
            <a:lvl8pPr lvl="7" algn="ctr" rtl="0">
              <a:spcBef>
                <a:spcPts val="0"/>
              </a:spcBef>
              <a:spcAft>
                <a:spcPts val="0"/>
              </a:spcAft>
              <a:buNone/>
            </a:lvl8pPr>
            <a:lvl9pPr lvl="8" algn="ctr" rtl="0">
              <a:spcBef>
                <a:spcPts val="0"/>
              </a:spcBef>
              <a:spcAft>
                <a:spcPts val="0"/>
              </a:spcAft>
              <a:buNone/>
            </a:lvl9pPr>
          </a:lstStyle>
          <a:p>
            <a:endParaRPr lang="en-US" dirty="0"/>
          </a:p>
        </p:txBody>
      </p:sp>
      <p:sp>
        <p:nvSpPr>
          <p:cNvPr id="4" name="Footer Placeholder 4">
            <a:extLst>
              <a:ext uri="{A36C69DA-85C2-4AE2-9008-9F730D50811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C7CB429-54ED-4620-BB9B-95DC3B7FCCED}"/>
              </a:ext>
            </a:extLst>
          </p:cNvPr>
          <p:cNvSpPr>
            <a:spLocks noGrp="1"/>
          </p:cNvSpPr>
          <p:nvPr>
            <p:ph type="ftr" sz="quarter" idx="2"/>
          </p:nvPr>
        </p:nvSpPr>
        <p:spPr/>
        <p:txBody>
          <a:bodyPr rtlCol="0"/>
          <a:lstStyle>
            <a:lvl1pPr lvl="0"/>
          </a:lstStyle>
          <a:p>
            <a:r>
              <a:rPr lang="en-US" dirty="0"/>
              <a:t>Footer</a:t>
            </a:r>
          </a:p>
        </p:txBody>
      </p:sp>
      <p:sp>
        <p:nvSpPr>
          <p:cNvPr id="5" name="Slide Number Placeholder 5">
            <a:extLst>
              <a:ext uri="{98C9E683-8C95-4FBC-A62B-47942CE92B7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8FDE8D-FDDE-45A7-84F3-B92EAD7D55CF}"/>
              </a:ext>
            </a:extLst>
          </p:cNvPr>
          <p:cNvSpPr>
            <a:spLocks noGrp="1"/>
          </p:cNvSpPr>
          <p:nvPr>
            <p:ph type="sldNum" sz="quarter" idx="3"/>
          </p:nvPr>
        </p:nvSpPr>
        <p:spPr/>
        <p:txBody>
          <a:bodyPr rtlCol="0"/>
          <a:lstStyle>
            <a:lvl1pPr lvl="0"/>
          </a:lstStyle>
          <a:p>
            <a:r>
              <a:rPr lang="en-US" dirty="0"/>
              <a:t>&lt;#&gt;</a:t>
            </a:r>
          </a:p>
        </p:txBody>
      </p:sp>
      <p:sp>
        <p:nvSpPr>
          <p:cNvPr id="6" name="Date Placeholder 3">
            <a:extLst>
              <a:ext uri="{FCF775C1-C945-435D-815B-3EA4E09D65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3B8FD3B-154A-4E39-826E-832E8D019BFD}"/>
              </a:ext>
            </a:extLst>
          </p:cNvPr>
          <p:cNvSpPr>
            <a:spLocks noGrp="1"/>
          </p:cNvSpPr>
          <p:nvPr>
            <p:ph type="dt" sz="half" idx="4"/>
          </p:nvPr>
        </p:nvSpPr>
        <p:spPr/>
        <p:txBody>
          <a:bodyPr rtlCol="0"/>
          <a:lstStyle>
            <a:lvl1pPr lvl="0"/>
          </a:lstStyle>
          <a:p>
            <a:r>
              <a:rPr lang="en-US" dirty="0"/>
              <a:t>Date</a:t>
            </a:r>
          </a:p>
        </p:txBody>
      </p:sp>
    </p:spTree>
    <p:extLst>
      <p:ext uri="{2898B09E-ECB6-4AE6-9CE4-74118AC5500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2"/>
        </a:solidFill>
        <a:effectLst/>
      </p:bgPr>
    </p:bg>
    <p:spTree>
      <p:nvGrpSpPr>
        <p:cNvPr id="1" name=""/>
        <p:cNvGrpSpPr/>
        <p:nvPr/>
      </p:nvGrpSpPr>
      <p:grpSpPr>
        <a:xfrm>
          <a:off x="0" y="0"/>
          <a:ext cx="0" cy="0"/>
          <a:chOff x="0" y="0"/>
          <a:chExt cx="0" cy="0"/>
        </a:xfrm>
      </p:grpSpPr>
      <p:sp>
        <p:nvSpPr>
          <p:cNvPr id="2" name="Footer Placeholder 4">
            <a:extLst>
              <a:ext uri="{E6C97114-2054-441D-BA79-D606ED0DAB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DE2227-6A1A-4909-9661-96D25FD14D40}"/>
              </a:ext>
            </a:extLst>
          </p:cNvPr>
          <p:cNvSpPr>
            <a:spLocks noGrp="1"/>
          </p:cNvSpPr>
          <p:nvPr>
            <p:ph type="ftr" sz="quarter" idx="11"/>
          </p:nvPr>
        </p:nvSpPr>
        <p:spPr/>
        <p:txBody>
          <a:bodyPr rtlCol="0"/>
          <a:lstStyle>
            <a:lvl1pPr lvl="0"/>
          </a:lstStyle>
          <a:p>
            <a:r>
              <a:rPr lang="en-US" dirty="0"/>
              <a:t>Footer</a:t>
            </a:r>
          </a:p>
        </p:txBody>
      </p:sp>
      <p:sp>
        <p:nvSpPr>
          <p:cNvPr id="3" name="Slide Number Placeholder 5">
            <a:extLst>
              <a:ext uri="{24B5D863-63A3-4B25-A43F-D3887F9852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44244B-C819-449B-AA3A-4CA29F405C73}"/>
              </a:ext>
            </a:extLst>
          </p:cNvPr>
          <p:cNvSpPr>
            <a:spLocks noGrp="1"/>
          </p:cNvSpPr>
          <p:nvPr>
            <p:ph type="sldNum" sz="quarter" idx="12"/>
          </p:nvPr>
        </p:nvSpPr>
        <p:spPr/>
        <p:txBody>
          <a:bodyPr rtlCol="0"/>
          <a:lstStyle>
            <a:lvl1pPr lvl="0"/>
          </a:lstStyle>
          <a:p>
            <a:r>
              <a:rPr lang="en-US" dirty="0"/>
              <a:t>&lt;#&gt;</a:t>
            </a:r>
          </a:p>
        </p:txBody>
      </p:sp>
      <p:sp>
        <p:nvSpPr>
          <p:cNvPr id="4" name="Date Placeholder 3">
            <a:extLst>
              <a:ext uri="{2FBB5CFE-CFC9-41C0-97AF-B6BA972AF7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C8748D-D63E-412C-9801-08C49AE3065D}"/>
              </a:ext>
            </a:extLst>
          </p:cNvPr>
          <p:cNvSpPr>
            <a:spLocks noGrp="1"/>
          </p:cNvSpPr>
          <p:nvPr>
            <p:ph type="dt" sz="half" idx="10"/>
          </p:nvPr>
        </p:nvSpPr>
        <p:spPr/>
        <p:txBody>
          <a:bodyPr rtlCol="0"/>
          <a:lstStyle>
            <a:lvl1pPr lvl="0"/>
          </a:lstStyle>
          <a:p>
            <a:r>
              <a:rPr lang="en-US" dirty="0"/>
              <a:t>Date</a:t>
            </a:r>
          </a:p>
        </p:txBody>
      </p:sp>
    </p:spTree>
    <p:extLst>
      <p:ext uri="{C7676B2E-0CA8-4856-A674-0BA9A5225B7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Google Shape;114;p14">
            <a:extLst>
              <a:ext uri="{A41F4C57-3344-4124-8284-C2BE92B8925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0291799-F9E5-4E65-AAC9-EE3AC6F0108B}"/>
              </a:ext>
            </a:extLst>
          </p:cNvPr>
          <p:cNvSpPr/>
          <p:nvPr/>
        </p:nvSpPr>
        <p:spPr>
          <a:xfrm>
            <a:off x="-2125549" y="3018625"/>
            <a:ext cx="4243200" cy="42432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115;p14">
            <a:extLst>
              <a:ext uri="{90C94FCE-F39B-45FA-B448-09C0A6D662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D502D24-A7C5-465F-9458-32B34B38A1EC}"/>
              </a:ext>
            </a:extLst>
          </p:cNvPr>
          <p:cNvGrpSpPr/>
          <p:nvPr/>
        </p:nvGrpSpPr>
        <p:grpSpPr>
          <a:xfrm>
            <a:off x="727425" y="-29250"/>
            <a:ext cx="8550550" cy="4637825"/>
            <a:chOff x="727425" y="-29250"/>
            <a:chExt cx="8550550" cy="4637825"/>
          </a:xfrm>
        </p:grpSpPr>
        <p:sp>
          <p:nvSpPr>
            <p:cNvPr id="4" name="Google Shape;116;p14">
              <a:extLst>
                <a:ext uri="{0A4F554F-80C9-4283-A48D-F14B1DCA932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55E8D7E-D092-4FC1-AAF9-3BDEC9E1C019}"/>
                </a:ext>
              </a:extLst>
            </p:cNvPr>
            <p:cNvSpPr/>
            <p:nvPr/>
          </p:nvSpPr>
          <p:spPr>
            <a:xfrm>
              <a:off x="727425" y="533550"/>
              <a:ext cx="7703399" cy="4074899"/>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117;p14">
              <a:extLst>
                <a:ext uri="{8A09EAF9-0FC7-4C45-AB3D-86F6E02F0C1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046689C-7480-421E-963B-F87DD7A3EFEE}"/>
                </a:ext>
              </a:extLst>
            </p:cNvPr>
            <p:cNvCxnSpPr/>
            <p:nvPr/>
          </p:nvCxnSpPr>
          <p:spPr>
            <a:xfrm rot="10800000">
              <a:off x="727425" y="-29250"/>
              <a:ext cx="0" cy="562800"/>
            </a:xfrm>
            <a:prstGeom prst="line">
              <a:avLst/>
            </a:prstGeom>
            <a:noFill/>
            <a:ln w="19050" cap="flat">
              <a:solidFill>
                <a:schemeClr val="dk1"/>
              </a:solidFill>
              <a:prstDash val="solid"/>
              <a:round/>
            </a:ln>
          </p:spPr>
        </p:cxnSp>
        <p:cxnSp>
          <p:nvCxnSpPr>
            <p:cNvPr id="6" name="Google Shape;118;p14">
              <a:extLst>
                <a:ext uri="{118C71F8-C46B-4572-8B2A-5EE00D3521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23EB85D-B7DC-4EFE-8853-8A28E0AA0672}"/>
                </a:ext>
              </a:extLst>
            </p:cNvPr>
            <p:cNvCxnSpPr/>
            <p:nvPr/>
          </p:nvCxnSpPr>
          <p:spPr>
            <a:xfrm>
              <a:off x="8430775" y="4608575"/>
              <a:ext cx="847200" cy="0"/>
            </a:xfrm>
            <a:prstGeom prst="line">
              <a:avLst/>
            </a:prstGeom>
            <a:noFill/>
            <a:ln w="19050" cap="flat">
              <a:solidFill>
                <a:schemeClr val="dk1"/>
              </a:solidFill>
              <a:prstDash val="solid"/>
              <a:round/>
            </a:ln>
          </p:spPr>
        </p:cxnSp>
      </p:grpSp>
      <p:sp>
        <p:nvSpPr>
          <p:cNvPr id="7" name="Google Shape;119;p14">
            <a:extLst>
              <a:ext uri="{892E33A5-A290-449A-9351-7C8B00D4020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AF8095D-15DA-48E3-B204-AF952D8BD071}"/>
              </a:ext>
            </a:extLst>
          </p:cNvPr>
          <p:cNvSpPr>
            <a:spLocks noGrp="1"/>
          </p:cNvSpPr>
          <p:nvPr>
            <p:ph type="title" idx="10"/>
          </p:nvPr>
        </p:nvSpPr>
        <p:spPr>
          <a:xfrm>
            <a:off x="2212124" y="2464650"/>
            <a:ext cx="5913900" cy="531900"/>
          </a:xfrm>
          <a:prstGeom prst="rect">
            <a:avLst/>
          </a:prstGeom>
        </p:spPr>
        <p:txBody>
          <a:bodyPr spcFirstLastPara="1" wrap="square" lIns="91425" tIns="91425" rIns="91425" bIns="91425" rtlCol="0" anchor="t">
            <a:noAutofit/>
          </a:bodyPr>
          <a:lstStyle>
            <a:lvl1pPr lvl="0" algn="r" rtl="0">
              <a:lnSpc>
                <a:spcPct val="115000"/>
              </a:lnSpc>
              <a:spcBef>
                <a:spcPts val="0"/>
              </a:spcBef>
              <a:spcAft>
                <a:spcPts val="0"/>
              </a:spcAft>
              <a:buNone/>
              <a:defRPr lang="en-US" sz="2800" dirty="0"/>
            </a:lvl1pPr>
            <a:lvl2pPr lvl="1" algn="ctr" rtl="0">
              <a:spcBef>
                <a:spcPts val="0"/>
              </a:spcBef>
              <a:spcAft>
                <a:spcPts val="0"/>
              </a:spcAft>
              <a:buNone/>
              <a:defRPr lang="en-US" sz="3000" dirty="0"/>
            </a:lvl2pPr>
            <a:lvl3pPr lvl="2" algn="ctr" rtl="0">
              <a:spcBef>
                <a:spcPts val="0"/>
              </a:spcBef>
              <a:spcAft>
                <a:spcPts val="0"/>
              </a:spcAft>
              <a:buNone/>
              <a:defRPr lang="en-US" sz="3000" dirty="0"/>
            </a:lvl3pPr>
            <a:lvl4pPr lvl="3" algn="ctr" rtl="0">
              <a:spcBef>
                <a:spcPts val="0"/>
              </a:spcBef>
              <a:spcAft>
                <a:spcPts val="0"/>
              </a:spcAft>
              <a:buNone/>
              <a:defRPr lang="en-US" sz="3000" dirty="0"/>
            </a:lvl4pPr>
            <a:lvl5pPr lvl="4" algn="ctr" rtl="0">
              <a:spcBef>
                <a:spcPts val="0"/>
              </a:spcBef>
              <a:spcAft>
                <a:spcPts val="0"/>
              </a:spcAft>
              <a:buNone/>
              <a:defRPr lang="en-US" sz="3000" dirty="0"/>
            </a:lvl5pPr>
            <a:lvl6pPr lvl="5" algn="ctr" rtl="0">
              <a:spcBef>
                <a:spcPts val="0"/>
              </a:spcBef>
              <a:spcAft>
                <a:spcPts val="0"/>
              </a:spcAft>
              <a:buNone/>
              <a:defRPr lang="en-US" sz="3000" dirty="0"/>
            </a:lvl6pPr>
            <a:lvl7pPr lvl="6" algn="ctr" rtl="0">
              <a:spcBef>
                <a:spcPts val="0"/>
              </a:spcBef>
              <a:spcAft>
                <a:spcPts val="0"/>
              </a:spcAft>
              <a:buNone/>
              <a:defRPr lang="en-US" sz="3000" dirty="0"/>
            </a:lvl7pPr>
            <a:lvl8pPr lvl="7" algn="ctr" rtl="0">
              <a:spcBef>
                <a:spcPts val="0"/>
              </a:spcBef>
              <a:spcAft>
                <a:spcPts val="0"/>
              </a:spcAft>
              <a:buNone/>
              <a:defRPr lang="en-US" sz="3000" dirty="0"/>
            </a:lvl8pPr>
            <a:lvl9pPr lvl="8" algn="ctr" rtl="0">
              <a:spcBef>
                <a:spcPts val="0"/>
              </a:spcBef>
              <a:spcAft>
                <a:spcPts val="0"/>
              </a:spcAft>
              <a:buNone/>
              <a:defRPr lang="en-US" sz="3000" dirty="0"/>
            </a:lvl9pPr>
          </a:lstStyle>
          <a:p>
            <a:endParaRPr lang="en-US" dirty="0"/>
          </a:p>
        </p:txBody>
      </p:sp>
      <p:sp>
        <p:nvSpPr>
          <p:cNvPr id="8" name="Google Shape;120;p14">
            <a:extLst>
              <a:ext uri="{81EAF2A6-2F19-47EF-A890-181185CED1C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64587F3-17F0-431B-93D9-E089B02185F5}"/>
              </a:ext>
            </a:extLst>
          </p:cNvPr>
          <p:cNvSpPr>
            <a:spLocks noGrp="1"/>
          </p:cNvSpPr>
          <p:nvPr>
            <p:ph type="subTitle" idx="11"/>
          </p:nvPr>
        </p:nvSpPr>
        <p:spPr>
          <a:xfrm>
            <a:off x="2212124" y="838350"/>
            <a:ext cx="5913900" cy="1626300"/>
          </a:xfrm>
          <a:prstGeom prst="rect">
            <a:avLst/>
          </a:prstGeom>
        </p:spPr>
        <p:txBody>
          <a:bodyPr spcFirstLastPara="1" wrap="square" lIns="91425" tIns="91425" rIns="91425" bIns="91425" rtlCol="0" anchor="b">
            <a:noAutofit/>
          </a:bodyPr>
          <a:lstStyle>
            <a:lvl1pPr lvl="0" algn="r" rtl="0">
              <a:spcBef>
                <a:spcPts val="0"/>
              </a:spcBef>
              <a:spcAft>
                <a:spcPts val="0"/>
              </a:spcAft>
              <a:buNone/>
              <a:defRPr lang="en-US" sz="2500" dirty="0">
                <a:latin typeface="Hanken Grotesk"/>
              </a:defRPr>
            </a:lvl1pPr>
            <a:lvl2pPr lvl="1" algn="ctr" rtl="0">
              <a:lnSpc>
                <a:spcPct val="100000"/>
              </a:lnSpc>
              <a:spcBef>
                <a:spcPts val="0"/>
              </a:spcBef>
              <a:spcAft>
                <a:spcPts val="0"/>
              </a:spcAft>
              <a:buNone/>
              <a:defRPr lang="en-US" sz="3000" dirty="0"/>
            </a:lvl2pPr>
            <a:lvl3pPr lvl="2" algn="ctr" rtl="0">
              <a:lnSpc>
                <a:spcPct val="100000"/>
              </a:lnSpc>
              <a:spcBef>
                <a:spcPts val="0"/>
              </a:spcBef>
              <a:spcAft>
                <a:spcPts val="0"/>
              </a:spcAft>
              <a:buNone/>
              <a:defRPr lang="en-US" sz="3000" dirty="0"/>
            </a:lvl3pPr>
            <a:lvl4pPr lvl="3" algn="ctr" rtl="0">
              <a:lnSpc>
                <a:spcPct val="100000"/>
              </a:lnSpc>
              <a:spcBef>
                <a:spcPts val="0"/>
              </a:spcBef>
              <a:spcAft>
                <a:spcPts val="0"/>
              </a:spcAft>
              <a:buNone/>
              <a:defRPr lang="en-US" sz="3000" dirty="0"/>
            </a:lvl4pPr>
            <a:lvl5pPr lvl="4" algn="ctr" rtl="0">
              <a:lnSpc>
                <a:spcPct val="100000"/>
              </a:lnSpc>
              <a:spcBef>
                <a:spcPts val="0"/>
              </a:spcBef>
              <a:spcAft>
                <a:spcPts val="0"/>
              </a:spcAft>
              <a:buNone/>
              <a:defRPr lang="en-US" sz="3000" dirty="0"/>
            </a:lvl5pPr>
            <a:lvl6pPr lvl="5" algn="ctr" rtl="0">
              <a:lnSpc>
                <a:spcPct val="100000"/>
              </a:lnSpc>
              <a:spcBef>
                <a:spcPts val="0"/>
              </a:spcBef>
              <a:spcAft>
                <a:spcPts val="0"/>
              </a:spcAft>
              <a:buNone/>
              <a:defRPr lang="en-US" sz="3000" dirty="0"/>
            </a:lvl6pPr>
            <a:lvl7pPr lvl="6" algn="ctr" rtl="0">
              <a:lnSpc>
                <a:spcPct val="100000"/>
              </a:lnSpc>
              <a:spcBef>
                <a:spcPts val="0"/>
              </a:spcBef>
              <a:spcAft>
                <a:spcPts val="0"/>
              </a:spcAft>
              <a:buNone/>
              <a:defRPr lang="en-US" sz="3000" dirty="0"/>
            </a:lvl7pPr>
            <a:lvl8pPr lvl="7" algn="ctr" rtl="0">
              <a:lnSpc>
                <a:spcPct val="100000"/>
              </a:lnSpc>
              <a:spcBef>
                <a:spcPts val="0"/>
              </a:spcBef>
              <a:spcAft>
                <a:spcPts val="0"/>
              </a:spcAft>
              <a:buNone/>
              <a:defRPr lang="en-US" sz="3000" dirty="0"/>
            </a:lvl8pPr>
            <a:lvl9pPr lvl="8" algn="ctr" rtl="0">
              <a:lnSpc>
                <a:spcPct val="100000"/>
              </a:lnSpc>
              <a:spcBef>
                <a:spcPts val="0"/>
              </a:spcBef>
              <a:spcAft>
                <a:spcPts val="0"/>
              </a:spcAft>
              <a:buNone/>
              <a:defRPr lang="en-US" sz="3000" dirty="0"/>
            </a:lvl9pPr>
          </a:lstStyle>
          <a:p>
            <a:endParaRPr lang="en-US" dirty="0"/>
          </a:p>
        </p:txBody>
      </p:sp>
      <p:sp>
        <p:nvSpPr>
          <p:cNvPr id="9" name="Footer Placeholder 4">
            <a:extLst>
              <a:ext uri="{A24CA938-DD20-4F83-9A7D-3DF372285D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3E7F0A-D9B8-4347-9036-03061F6EA0A4}"/>
              </a:ext>
            </a:extLst>
          </p:cNvPr>
          <p:cNvSpPr>
            <a:spLocks noGrp="1"/>
          </p:cNvSpPr>
          <p:nvPr>
            <p:ph type="ftr" sz="quarter" idx="12"/>
          </p:nvPr>
        </p:nvSpPr>
        <p:spPr/>
        <p:txBody>
          <a:bodyPr rtlCol="0"/>
          <a:lstStyle>
            <a:lvl1pPr lvl="0"/>
          </a:lstStyle>
          <a:p>
            <a:r>
              <a:rPr lang="en-US" dirty="0"/>
              <a:t>Footer</a:t>
            </a:r>
          </a:p>
        </p:txBody>
      </p:sp>
      <p:sp>
        <p:nvSpPr>
          <p:cNvPr id="10" name="Slide Number Placeholder 5">
            <a:extLst>
              <a:ext uri="{D5FCC0F8-F0D5-4250-86D5-DDA77019F2C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26C0CB2-273D-41FA-83DD-CBAFF0CFE965}"/>
              </a:ext>
            </a:extLst>
          </p:cNvPr>
          <p:cNvSpPr>
            <a:spLocks noGrp="1"/>
          </p:cNvSpPr>
          <p:nvPr>
            <p:ph type="sldNum" sz="quarter" idx="13"/>
          </p:nvPr>
        </p:nvSpPr>
        <p:spPr/>
        <p:txBody>
          <a:bodyPr rtlCol="0"/>
          <a:lstStyle>
            <a:lvl1pPr lvl="0"/>
          </a:lstStyle>
          <a:p>
            <a:r>
              <a:rPr lang="en-US" dirty="0"/>
              <a:t>&lt;#&gt;</a:t>
            </a:r>
          </a:p>
        </p:txBody>
      </p:sp>
      <p:sp>
        <p:nvSpPr>
          <p:cNvPr id="11" name="Date Placeholder 3">
            <a:extLst>
              <a:ext uri="{1BC21336-193C-4E54-95DF-32C0247EC21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EDAA0B8-74B5-4BB6-8769-0BC4B748417D}"/>
              </a:ext>
            </a:extLst>
          </p:cNvPr>
          <p:cNvSpPr>
            <a:spLocks noGrp="1"/>
          </p:cNvSpPr>
          <p:nvPr>
            <p:ph type="dt" sz="half" idx="14"/>
          </p:nvPr>
        </p:nvSpPr>
        <p:spPr/>
        <p:txBody>
          <a:bodyPr rtlCol="0"/>
          <a:lstStyle>
            <a:lvl1pPr lvl="0"/>
          </a:lstStyle>
          <a:p>
            <a:r>
              <a:rPr lang="en-US" dirty="0"/>
              <a:t>Date</a:t>
            </a:r>
          </a:p>
        </p:txBody>
      </p:sp>
    </p:spTree>
    <p:extLst>
      <p:ext uri="{DB04CC48-246B-455E-8BD4-1C9D344A2E2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2" name="Google Shape;122;p15">
            <a:extLst>
              <a:ext uri="{1308A169-AFBE-4FCA-8483-94668B34225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C493946-8C95-447C-A60A-AAB73E0BCDFA}"/>
              </a:ext>
            </a:extLst>
          </p:cNvPr>
          <p:cNvSpPr/>
          <p:nvPr/>
        </p:nvSpPr>
        <p:spPr>
          <a:xfrm>
            <a:off x="3552850" y="4204324"/>
            <a:ext cx="1861500" cy="1861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123;p15">
            <a:extLst>
              <a:ext uri="{5A389C41-7FEB-4A68-9BBC-4550AE99C5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ABA75D1-0F52-42EB-9C51-6B445129B76C}"/>
              </a:ext>
            </a:extLst>
          </p:cNvPr>
          <p:cNvGrpSpPr/>
          <p:nvPr/>
        </p:nvGrpSpPr>
        <p:grpSpPr>
          <a:xfrm>
            <a:off x="-50475" y="232800"/>
            <a:ext cx="8961675" cy="4684500"/>
            <a:chOff x="-50475" y="232800"/>
            <a:chExt cx="8961675" cy="4684500"/>
          </a:xfrm>
        </p:grpSpPr>
        <p:sp>
          <p:nvSpPr>
            <p:cNvPr id="4" name="Google Shape;124;p15">
              <a:extLst>
                <a:ext uri="{3408BEBD-89C7-4843-8FA9-74809E8C00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332CD6C-3D29-40C0-A7D2-0BCB1CD10740}"/>
                </a:ext>
              </a:extLst>
            </p:cNvPr>
            <p:cNvSpPr/>
            <p:nvPr/>
          </p:nvSpPr>
          <p:spPr>
            <a:xfrm>
              <a:off x="232200" y="232800"/>
              <a:ext cx="8678999" cy="4684500"/>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125;p15">
              <a:extLst>
                <a:ext uri="{6B1A94A9-F672-4BA6-AEAA-A6D141F0E0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F285A2-3460-434E-8FE7-BF37709B2AD4}"/>
                </a:ext>
              </a:extLst>
            </p:cNvPr>
            <p:cNvCxnSpPr/>
            <p:nvPr/>
          </p:nvCxnSpPr>
          <p:spPr>
            <a:xfrm rot="10800000">
              <a:off x="-50475" y="232800"/>
              <a:ext cx="309300" cy="0"/>
            </a:xfrm>
            <a:prstGeom prst="line">
              <a:avLst/>
            </a:prstGeom>
            <a:noFill/>
            <a:ln w="19050" cap="flat">
              <a:solidFill>
                <a:schemeClr val="dk1"/>
              </a:solidFill>
              <a:prstDash val="solid"/>
              <a:round/>
            </a:ln>
          </p:spPr>
        </p:cxnSp>
      </p:grpSp>
      <p:sp>
        <p:nvSpPr>
          <p:cNvPr id="6" name="Google Shape;126;p15">
            <a:extLst>
              <a:ext uri="{83668454-ED83-4B4C-BF3F-CEF55D2A2D5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FB9724D-7137-430F-8BC0-380F68C10515}"/>
              </a:ext>
            </a:extLst>
          </p:cNvPr>
          <p:cNvSpPr>
            <a:spLocks noGrp="1"/>
          </p:cNvSpPr>
          <p:nvPr>
            <p:ph type="title" idx="10"/>
          </p:nvPr>
        </p:nvSpPr>
        <p:spPr>
          <a:xfrm>
            <a:off x="719999" y="1203900"/>
            <a:ext cx="3198300" cy="1502100"/>
          </a:xfrm>
          <a:prstGeom prst="rect">
            <a:avLst/>
          </a:prstGeom>
        </p:spPr>
        <p:txBody>
          <a:bodyPr spcFirstLastPara="1" wrap="square" lIns="91425" tIns="91425" rIns="91425" bIns="91425" rtlCol="0" anchor="t">
            <a:noAutofit/>
          </a:bodyPr>
          <a:lstStyle>
            <a:lvl1pPr lvl="0" rtl="0">
              <a:spcBef>
                <a:spcPts val="0"/>
              </a:spcBef>
              <a:spcAft>
                <a:spcPts val="0"/>
              </a:spcAft>
              <a:buNone/>
              <a:defRPr lang="en-US" sz="2800" dirty="0"/>
            </a:lvl1pPr>
            <a:lvl2pPr lvl="1" rtl="0">
              <a:spcBef>
                <a:spcPts val="0"/>
              </a:spcBef>
              <a:spcAft>
                <a:spcPts val="0"/>
              </a:spcAft>
              <a:buNone/>
            </a:lvl2pPr>
            <a:lvl3pPr lvl="2" rtl="0">
              <a:spcBef>
                <a:spcPts val="0"/>
              </a:spcBef>
              <a:spcAft>
                <a:spcPts val="0"/>
              </a:spcAft>
              <a:buNone/>
            </a:lvl3pPr>
            <a:lvl4pPr lvl="3" rtl="0">
              <a:spcBef>
                <a:spcPts val="0"/>
              </a:spcBef>
              <a:spcAft>
                <a:spcPts val="0"/>
              </a:spcAft>
              <a:buNone/>
            </a:lvl4pPr>
            <a:lvl5pPr lvl="4" rtl="0">
              <a:spcBef>
                <a:spcPts val="0"/>
              </a:spcBef>
              <a:spcAft>
                <a:spcPts val="0"/>
              </a:spcAft>
              <a:buNone/>
            </a:lvl5pPr>
            <a:lvl6pPr lvl="5" rtl="0">
              <a:spcBef>
                <a:spcPts val="0"/>
              </a:spcBef>
              <a:spcAft>
                <a:spcPts val="0"/>
              </a:spcAft>
              <a:buNone/>
            </a:lvl6pPr>
            <a:lvl7pPr lvl="6" rtl="0">
              <a:spcBef>
                <a:spcPts val="0"/>
              </a:spcBef>
              <a:spcAft>
                <a:spcPts val="0"/>
              </a:spcAft>
              <a:buNone/>
            </a:lvl7pPr>
            <a:lvl8pPr lvl="7" rtl="0">
              <a:spcBef>
                <a:spcPts val="0"/>
              </a:spcBef>
              <a:spcAft>
                <a:spcPts val="0"/>
              </a:spcAft>
              <a:buNone/>
            </a:lvl8pPr>
            <a:lvl9pPr lvl="8" rtl="0">
              <a:spcBef>
                <a:spcPts val="0"/>
              </a:spcBef>
              <a:spcAft>
                <a:spcPts val="0"/>
              </a:spcAft>
              <a:buNone/>
            </a:lvl9pPr>
          </a:lstStyle>
          <a:p>
            <a:endParaRPr lang="en-US" dirty="0"/>
          </a:p>
        </p:txBody>
      </p:sp>
      <p:sp>
        <p:nvSpPr>
          <p:cNvPr id="7" name="Google Shape;127;p15">
            <a:extLst>
              <a:ext uri="{F73E5B02-8E5B-4BA7-8A23-7EEDA7DC50C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19B5ACE-9FD2-45C6-AD54-E45DF880BBCB}"/>
              </a:ext>
            </a:extLst>
          </p:cNvPr>
          <p:cNvSpPr>
            <a:spLocks noGrp="1"/>
          </p:cNvSpPr>
          <p:nvPr>
            <p:ph type="subTitle" idx="11"/>
          </p:nvPr>
        </p:nvSpPr>
        <p:spPr>
          <a:xfrm>
            <a:off x="719999" y="2706062"/>
            <a:ext cx="3198300" cy="1461600"/>
          </a:xfrm>
          <a:prstGeom prst="rect">
            <a:avLst/>
          </a:prstGeom>
        </p:spPr>
        <p:txBody>
          <a:bodyPr spcFirstLastPara="1" wrap="square" lIns="91425" tIns="91425" rIns="91425" bIns="91425" rtlCol="0" anchor="t">
            <a:noAutofit/>
          </a:bodyPr>
          <a:lstStyle>
            <a:lvl1pPr lvl="0" rtl="0">
              <a:spcBef>
                <a:spcPts val="0"/>
              </a:spcBef>
              <a:spcAft>
                <a:spcPts val="0"/>
              </a:spcAft>
              <a:buNone/>
              <a:defRPr lang="en-US" dirty="0">
                <a:latin typeface="Hanken Grotesk"/>
              </a:defRPr>
            </a:lvl1pPr>
            <a:lvl2pPr lvl="1" algn="ctr" rtl="0">
              <a:lnSpc>
                <a:spcPct val="100000"/>
              </a:lnSpc>
              <a:spcBef>
                <a:spcPts val="0"/>
              </a:spcBef>
              <a:spcAft>
                <a:spcPts val="0"/>
              </a:spcAft>
              <a:buNone/>
            </a:lvl2pPr>
            <a:lvl3pPr lvl="2" algn="ctr" rtl="0">
              <a:lnSpc>
                <a:spcPct val="100000"/>
              </a:lnSpc>
              <a:spcBef>
                <a:spcPts val="0"/>
              </a:spcBef>
              <a:spcAft>
                <a:spcPts val="0"/>
              </a:spcAft>
              <a:buNone/>
            </a:lvl3pPr>
            <a:lvl4pPr lvl="3" algn="ctr" rtl="0">
              <a:lnSpc>
                <a:spcPct val="100000"/>
              </a:lnSpc>
              <a:spcBef>
                <a:spcPts val="0"/>
              </a:spcBef>
              <a:spcAft>
                <a:spcPts val="0"/>
              </a:spcAft>
              <a:buNone/>
            </a:lvl4pPr>
            <a:lvl5pPr lvl="4" algn="ctr" rtl="0">
              <a:lnSpc>
                <a:spcPct val="100000"/>
              </a:lnSpc>
              <a:spcBef>
                <a:spcPts val="0"/>
              </a:spcBef>
              <a:spcAft>
                <a:spcPts val="0"/>
              </a:spcAft>
              <a:buNone/>
            </a:lvl5pPr>
            <a:lvl6pPr lvl="5" algn="ctr" rtl="0">
              <a:lnSpc>
                <a:spcPct val="100000"/>
              </a:lnSpc>
              <a:spcBef>
                <a:spcPts val="0"/>
              </a:spcBef>
              <a:spcAft>
                <a:spcPts val="0"/>
              </a:spcAft>
              <a:buNone/>
            </a:lvl6pPr>
            <a:lvl7pPr lvl="6" algn="ctr" rtl="0">
              <a:lnSpc>
                <a:spcPct val="100000"/>
              </a:lnSpc>
              <a:spcBef>
                <a:spcPts val="0"/>
              </a:spcBef>
              <a:spcAft>
                <a:spcPts val="0"/>
              </a:spcAft>
              <a:buNone/>
            </a:lvl7pPr>
            <a:lvl8pPr lvl="7" algn="ctr" rtl="0">
              <a:lnSpc>
                <a:spcPct val="100000"/>
              </a:lnSpc>
              <a:spcBef>
                <a:spcPts val="0"/>
              </a:spcBef>
              <a:spcAft>
                <a:spcPts val="0"/>
              </a:spcAft>
              <a:buNone/>
            </a:lvl8pPr>
            <a:lvl9pPr lvl="8" algn="ctr" rtl="0">
              <a:lnSpc>
                <a:spcPct val="100000"/>
              </a:lnSpc>
              <a:spcBef>
                <a:spcPts val="0"/>
              </a:spcBef>
              <a:spcAft>
                <a:spcPts val="0"/>
              </a:spcAft>
              <a:buNone/>
            </a:lvl9pPr>
          </a:lstStyle>
          <a:p>
            <a:endParaRPr lang="en-US" dirty="0"/>
          </a:p>
        </p:txBody>
      </p:sp>
      <p:sp>
        <p:nvSpPr>
          <p:cNvPr id="8" name="Google Shape;128;p15">
            <a:extLst>
              <a:ext uri="{928EFC3F-4B2B-474E-9DFB-8F6FF101D5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265BA4A-3938-476D-BC1F-3180A27C02AF}"/>
              </a:ext>
            </a:extLst>
          </p:cNvPr>
          <p:cNvSpPr>
            <a:spLocks noGrp="1"/>
          </p:cNvSpPr>
          <p:nvPr>
            <p:ph type="pic" idx="12"/>
          </p:nvPr>
        </p:nvSpPr>
        <p:spPr>
          <a:xfrm>
            <a:off x="4494050" y="0"/>
            <a:ext cx="4650000" cy="5143500"/>
          </a:xfrm>
          <a:prstGeom prst="rect">
            <a:avLst/>
          </a:prstGeom>
          <a:noFill/>
          <a:ln w="19050" cap="flat">
            <a:solidFill>
              <a:schemeClr val="dk1"/>
            </a:solidFill>
            <a:prstDash val="solid"/>
            <a:round/>
          </a:ln>
        </p:spPr>
      </p:sp>
      <p:sp>
        <p:nvSpPr>
          <p:cNvPr id="9" name="Footer Placeholder 4">
            <a:extLst>
              <a:ext uri="{C0A6C474-5B21-4048-9918-BD662435D34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D32D82F-6B7C-490B-BF55-996B71D1DA79}"/>
              </a:ext>
            </a:extLst>
          </p:cNvPr>
          <p:cNvSpPr>
            <a:spLocks noGrp="1"/>
          </p:cNvSpPr>
          <p:nvPr>
            <p:ph type="ftr" sz="quarter" idx="13"/>
          </p:nvPr>
        </p:nvSpPr>
        <p:spPr/>
        <p:txBody>
          <a:bodyPr rtlCol="0"/>
          <a:lstStyle>
            <a:lvl1pPr lvl="0"/>
          </a:lstStyle>
          <a:p>
            <a:r>
              <a:rPr lang="en-US" dirty="0"/>
              <a:t>Footer</a:t>
            </a:r>
          </a:p>
        </p:txBody>
      </p:sp>
      <p:sp>
        <p:nvSpPr>
          <p:cNvPr id="10" name="Slide Number Placeholder 5">
            <a:extLst>
              <a:ext uri="{4A91780C-0914-49C4-B339-3927C258674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308AEDB-486E-42A3-92E6-26F8C7FBF056}"/>
              </a:ext>
            </a:extLst>
          </p:cNvPr>
          <p:cNvSpPr>
            <a:spLocks noGrp="1"/>
          </p:cNvSpPr>
          <p:nvPr>
            <p:ph type="sldNum" sz="quarter" idx="14"/>
          </p:nvPr>
        </p:nvSpPr>
        <p:spPr/>
        <p:txBody>
          <a:bodyPr rtlCol="0"/>
          <a:lstStyle>
            <a:lvl1pPr lvl="0"/>
          </a:lstStyle>
          <a:p>
            <a:r>
              <a:rPr lang="en-US" dirty="0"/>
              <a:t>&lt;#&gt;</a:t>
            </a:r>
          </a:p>
        </p:txBody>
      </p:sp>
      <p:sp>
        <p:nvSpPr>
          <p:cNvPr id="11" name="Date Placeholder 3">
            <a:extLst>
              <a:ext uri="{B23C48D4-C15E-4C4B-A674-C2543119C8C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95896D3-E5E9-4647-92AA-7115683D9050}"/>
              </a:ext>
            </a:extLst>
          </p:cNvPr>
          <p:cNvSpPr>
            <a:spLocks noGrp="1"/>
          </p:cNvSpPr>
          <p:nvPr>
            <p:ph type="dt" sz="half" idx="15"/>
          </p:nvPr>
        </p:nvSpPr>
        <p:spPr/>
        <p:txBody>
          <a:bodyPr rtlCol="0"/>
          <a:lstStyle>
            <a:lvl1pPr lvl="0"/>
          </a:lstStyle>
          <a:p>
            <a:r>
              <a:rPr lang="en-US" dirty="0"/>
              <a:t>Date</a:t>
            </a:r>
          </a:p>
        </p:txBody>
      </p:sp>
    </p:spTree>
    <p:extLst>
      <p:ext uri="{AF566F86-9DA4-45D0-BC9F-D99C86BB026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ext 1">
    <p:spTree>
      <p:nvGrpSpPr>
        <p:cNvPr id="1" name=""/>
        <p:cNvGrpSpPr/>
        <p:nvPr/>
      </p:nvGrpSpPr>
      <p:grpSpPr>
        <a:xfrm>
          <a:off x="0" y="0"/>
          <a:ext cx="0" cy="0"/>
          <a:chOff x="0" y="0"/>
          <a:chExt cx="0" cy="0"/>
        </a:xfrm>
      </p:grpSpPr>
      <p:sp>
        <p:nvSpPr>
          <p:cNvPr id="2" name="Google Shape;130;p16">
            <a:extLst>
              <a:ext uri="{A01C4177-C980-4C33-8999-6D0C158B13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EB8933A-6C72-4218-AC94-2159C21BD110}"/>
              </a:ext>
            </a:extLst>
          </p:cNvPr>
          <p:cNvSpPr/>
          <p:nvPr/>
        </p:nvSpPr>
        <p:spPr>
          <a:xfrm>
            <a:off x="-922999" y="-945525"/>
            <a:ext cx="1861500" cy="1861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131;p16">
            <a:extLst>
              <a:ext uri="{8ABC2641-5885-440A-A6C8-81DE2BF3248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F38D4F-FD99-480E-8130-1F57A1BBD5AC}"/>
              </a:ext>
            </a:extLst>
          </p:cNvPr>
          <p:cNvGrpSpPr/>
          <p:nvPr/>
        </p:nvGrpSpPr>
        <p:grpSpPr>
          <a:xfrm>
            <a:off x="-19050" y="232800"/>
            <a:ext cx="9176275" cy="4684500"/>
            <a:chOff x="-19050" y="232800"/>
            <a:chExt cx="9176275" cy="4684500"/>
          </a:xfrm>
        </p:grpSpPr>
        <p:sp>
          <p:nvSpPr>
            <p:cNvPr id="4" name="Google Shape;132;p16">
              <a:extLst>
                <a:ext uri="{440140ED-FD57-403B-8EF9-C1DD09BCC34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897B48-6B90-408B-8BF5-D1E4C3163CCF}"/>
                </a:ext>
              </a:extLst>
            </p:cNvPr>
            <p:cNvSpPr/>
            <p:nvPr/>
          </p:nvSpPr>
          <p:spPr>
            <a:xfrm>
              <a:off x="232200" y="232800"/>
              <a:ext cx="8678999" cy="4684500"/>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133;p16">
              <a:extLst>
                <a:ext uri="{0D3983BB-D87A-4D5B-A6E1-C9D9677BE0A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5E61B3A-EFC6-46F5-A88A-C2BBCD17C221}"/>
                </a:ext>
              </a:extLst>
            </p:cNvPr>
            <p:cNvCxnSpPr/>
            <p:nvPr/>
          </p:nvCxnSpPr>
          <p:spPr>
            <a:xfrm rot="10800000">
              <a:off x="-19050" y="232800"/>
              <a:ext cx="258900" cy="0"/>
            </a:xfrm>
            <a:prstGeom prst="line">
              <a:avLst/>
            </a:prstGeom>
            <a:noFill/>
            <a:ln w="19050" cap="flat">
              <a:solidFill>
                <a:schemeClr val="dk1"/>
              </a:solidFill>
              <a:prstDash val="solid"/>
              <a:round/>
            </a:ln>
          </p:spPr>
        </p:cxnSp>
        <p:cxnSp>
          <p:nvCxnSpPr>
            <p:cNvPr id="6" name="Google Shape;134;p16">
              <a:extLst>
                <a:ext uri="{0F30CA81-B23A-440E-95F1-C20781275C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3A142A-9873-4E0C-BE02-ABC9E553ABDF}"/>
                </a:ext>
              </a:extLst>
            </p:cNvPr>
            <p:cNvCxnSpPr/>
            <p:nvPr/>
          </p:nvCxnSpPr>
          <p:spPr>
            <a:xfrm>
              <a:off x="8917525" y="4917300"/>
              <a:ext cx="239700" cy="0"/>
            </a:xfrm>
            <a:prstGeom prst="line">
              <a:avLst/>
            </a:prstGeom>
            <a:noFill/>
            <a:ln w="19050" cap="flat">
              <a:solidFill>
                <a:schemeClr val="dk1"/>
              </a:solidFill>
              <a:prstDash val="solid"/>
              <a:round/>
            </a:ln>
          </p:spPr>
        </p:cxnSp>
      </p:grpSp>
      <p:sp>
        <p:nvSpPr>
          <p:cNvPr id="7" name="Google Shape;135;p16">
            <a:extLst>
              <a:ext uri="{5D9FEEED-62EF-4D9B-8472-768E6E2718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103BB8-5AE6-4B97-88FE-5629BB036064}"/>
              </a:ext>
            </a:extLst>
          </p:cNvPr>
          <p:cNvSpPr>
            <a:spLocks noGrp="1"/>
          </p:cNvSpPr>
          <p:nvPr>
            <p:ph type="title" idx="10"/>
          </p:nvPr>
        </p:nvSpPr>
        <p:spPr>
          <a:xfrm>
            <a:off x="878875" y="1533125"/>
            <a:ext cx="3024900" cy="642299"/>
          </a:xfrm>
          <a:prstGeom prst="rect">
            <a:avLst/>
          </a:prstGeom>
        </p:spPr>
        <p:txBody>
          <a:bodyPr spcFirstLastPara="1" wrap="square" lIns="91425" tIns="91425" rIns="91425" bIns="91425" rtlCol="0" anchor="b">
            <a:noAutofit/>
          </a:bodyPr>
          <a:lstStyle>
            <a:lvl1pPr lvl="0" rtl="0">
              <a:spcBef>
                <a:spcPts val="0"/>
              </a:spcBef>
              <a:spcAft>
                <a:spcPts val="0"/>
              </a:spcAft>
              <a:buNone/>
              <a:defRPr lang="en-US" sz="2800" dirty="0"/>
            </a:lvl1pPr>
            <a:lvl2pPr lvl="1" rtl="0">
              <a:spcBef>
                <a:spcPts val="0"/>
              </a:spcBef>
              <a:spcAft>
                <a:spcPts val="0"/>
              </a:spcAft>
              <a:buNone/>
            </a:lvl2pPr>
            <a:lvl3pPr lvl="2" rtl="0">
              <a:spcBef>
                <a:spcPts val="0"/>
              </a:spcBef>
              <a:spcAft>
                <a:spcPts val="0"/>
              </a:spcAft>
              <a:buNone/>
            </a:lvl3pPr>
            <a:lvl4pPr lvl="3" rtl="0">
              <a:spcBef>
                <a:spcPts val="0"/>
              </a:spcBef>
              <a:spcAft>
                <a:spcPts val="0"/>
              </a:spcAft>
              <a:buNone/>
            </a:lvl4pPr>
            <a:lvl5pPr lvl="4" rtl="0">
              <a:spcBef>
                <a:spcPts val="0"/>
              </a:spcBef>
              <a:spcAft>
                <a:spcPts val="0"/>
              </a:spcAft>
              <a:buNone/>
            </a:lvl5pPr>
            <a:lvl6pPr lvl="5" rtl="0">
              <a:spcBef>
                <a:spcPts val="0"/>
              </a:spcBef>
              <a:spcAft>
                <a:spcPts val="0"/>
              </a:spcAft>
              <a:buNone/>
            </a:lvl6pPr>
            <a:lvl7pPr lvl="6" rtl="0">
              <a:spcBef>
                <a:spcPts val="0"/>
              </a:spcBef>
              <a:spcAft>
                <a:spcPts val="0"/>
              </a:spcAft>
              <a:buNone/>
            </a:lvl7pPr>
            <a:lvl8pPr lvl="7" rtl="0">
              <a:spcBef>
                <a:spcPts val="0"/>
              </a:spcBef>
              <a:spcAft>
                <a:spcPts val="0"/>
              </a:spcAft>
              <a:buNone/>
            </a:lvl8pPr>
            <a:lvl9pPr lvl="8" rtl="0">
              <a:spcBef>
                <a:spcPts val="0"/>
              </a:spcBef>
              <a:spcAft>
                <a:spcPts val="0"/>
              </a:spcAft>
              <a:buNone/>
            </a:lvl9pPr>
          </a:lstStyle>
          <a:p>
            <a:endParaRPr lang="en-US" dirty="0"/>
          </a:p>
        </p:txBody>
      </p:sp>
      <p:sp>
        <p:nvSpPr>
          <p:cNvPr id="8" name="Google Shape;136;p16">
            <a:extLst>
              <a:ext uri="{62230A83-383F-43FE-8AFA-B348231299A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BF780C-BE79-49BB-AB0D-91E9812A609A}"/>
              </a:ext>
            </a:extLst>
          </p:cNvPr>
          <p:cNvSpPr>
            <a:spLocks noGrp="1"/>
          </p:cNvSpPr>
          <p:nvPr>
            <p:ph type="subTitle" idx="11"/>
          </p:nvPr>
        </p:nvSpPr>
        <p:spPr>
          <a:xfrm>
            <a:off x="878875" y="2175300"/>
            <a:ext cx="3024900" cy="1211400"/>
          </a:xfrm>
          <a:prstGeom prst="rect">
            <a:avLst/>
          </a:prstGeom>
        </p:spPr>
        <p:txBody>
          <a:bodyPr spcFirstLastPara="1" wrap="square" lIns="91425" tIns="91425" rIns="91425" bIns="91425" rtlCol="0" anchor="t">
            <a:noAutofit/>
          </a:bodyPr>
          <a:lstStyle>
            <a:lvl1pPr lvl="0" rtl="0">
              <a:spcBef>
                <a:spcPts val="0"/>
              </a:spcBef>
              <a:spcAft>
                <a:spcPts val="0"/>
              </a:spcAft>
              <a:buNone/>
              <a:defRPr lang="en-US" dirty="0">
                <a:latin typeface="Hanken Grotesk"/>
              </a:defRPr>
            </a:lvl1pPr>
            <a:lvl2pPr lvl="1" algn="ctr" rtl="0">
              <a:lnSpc>
                <a:spcPct val="100000"/>
              </a:lnSpc>
              <a:spcBef>
                <a:spcPts val="0"/>
              </a:spcBef>
              <a:spcAft>
                <a:spcPts val="0"/>
              </a:spcAft>
              <a:buNone/>
            </a:lvl2pPr>
            <a:lvl3pPr lvl="2" algn="ctr" rtl="0">
              <a:lnSpc>
                <a:spcPct val="100000"/>
              </a:lnSpc>
              <a:spcBef>
                <a:spcPts val="0"/>
              </a:spcBef>
              <a:spcAft>
                <a:spcPts val="0"/>
              </a:spcAft>
              <a:buNone/>
            </a:lvl3pPr>
            <a:lvl4pPr lvl="3" algn="ctr" rtl="0">
              <a:lnSpc>
                <a:spcPct val="100000"/>
              </a:lnSpc>
              <a:spcBef>
                <a:spcPts val="0"/>
              </a:spcBef>
              <a:spcAft>
                <a:spcPts val="0"/>
              </a:spcAft>
              <a:buNone/>
            </a:lvl4pPr>
            <a:lvl5pPr lvl="4" algn="ctr" rtl="0">
              <a:lnSpc>
                <a:spcPct val="100000"/>
              </a:lnSpc>
              <a:spcBef>
                <a:spcPts val="0"/>
              </a:spcBef>
              <a:spcAft>
                <a:spcPts val="0"/>
              </a:spcAft>
              <a:buNone/>
            </a:lvl5pPr>
            <a:lvl6pPr lvl="5" algn="ctr" rtl="0">
              <a:lnSpc>
                <a:spcPct val="100000"/>
              </a:lnSpc>
              <a:spcBef>
                <a:spcPts val="0"/>
              </a:spcBef>
              <a:spcAft>
                <a:spcPts val="0"/>
              </a:spcAft>
              <a:buNone/>
            </a:lvl6pPr>
            <a:lvl7pPr lvl="6" algn="ctr" rtl="0">
              <a:lnSpc>
                <a:spcPct val="100000"/>
              </a:lnSpc>
              <a:spcBef>
                <a:spcPts val="0"/>
              </a:spcBef>
              <a:spcAft>
                <a:spcPts val="0"/>
              </a:spcAft>
              <a:buNone/>
            </a:lvl7pPr>
            <a:lvl8pPr lvl="7" algn="ctr" rtl="0">
              <a:lnSpc>
                <a:spcPct val="100000"/>
              </a:lnSpc>
              <a:spcBef>
                <a:spcPts val="0"/>
              </a:spcBef>
              <a:spcAft>
                <a:spcPts val="0"/>
              </a:spcAft>
              <a:buNone/>
            </a:lvl8pPr>
            <a:lvl9pPr lvl="8" algn="ctr" rtl="0">
              <a:lnSpc>
                <a:spcPct val="100000"/>
              </a:lnSpc>
              <a:spcBef>
                <a:spcPts val="0"/>
              </a:spcBef>
              <a:spcAft>
                <a:spcPts val="0"/>
              </a:spcAft>
              <a:buNone/>
            </a:lvl9pPr>
          </a:lstStyle>
          <a:p>
            <a:endParaRPr lang="en-US" dirty="0"/>
          </a:p>
        </p:txBody>
      </p:sp>
      <p:sp>
        <p:nvSpPr>
          <p:cNvPr id="9" name="Footer Placeholder 4">
            <a:extLst>
              <a:ext uri="{B3BDFE39-51DD-4FFD-BAF2-C67BAE90BD4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D1898F8-A80A-4D1D-8961-60C529BF1A0A}"/>
              </a:ext>
            </a:extLst>
          </p:cNvPr>
          <p:cNvSpPr>
            <a:spLocks noGrp="1"/>
          </p:cNvSpPr>
          <p:nvPr>
            <p:ph type="ftr" sz="quarter" idx="12"/>
          </p:nvPr>
        </p:nvSpPr>
        <p:spPr/>
        <p:txBody>
          <a:bodyPr rtlCol="0"/>
          <a:lstStyle>
            <a:lvl1pPr lvl="0"/>
          </a:lstStyle>
          <a:p>
            <a:r>
              <a:rPr lang="en-US" dirty="0"/>
              <a:t>Footer</a:t>
            </a:r>
          </a:p>
        </p:txBody>
      </p:sp>
      <p:sp>
        <p:nvSpPr>
          <p:cNvPr id="10" name="Slide Number Placeholder 5">
            <a:extLst>
              <a:ext uri="{3692D341-947D-44B1-B14C-CE4D96170F0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C16950E-7B19-40A3-B69A-EC0027CE7B4D}"/>
              </a:ext>
            </a:extLst>
          </p:cNvPr>
          <p:cNvSpPr>
            <a:spLocks noGrp="1"/>
          </p:cNvSpPr>
          <p:nvPr>
            <p:ph type="sldNum" sz="quarter" idx="13"/>
          </p:nvPr>
        </p:nvSpPr>
        <p:spPr/>
        <p:txBody>
          <a:bodyPr rtlCol="0"/>
          <a:lstStyle>
            <a:lvl1pPr lvl="0"/>
          </a:lstStyle>
          <a:p>
            <a:r>
              <a:rPr lang="en-US" dirty="0"/>
              <a:t>&lt;#&gt;</a:t>
            </a:r>
          </a:p>
        </p:txBody>
      </p:sp>
      <p:sp>
        <p:nvSpPr>
          <p:cNvPr id="11" name="Date Placeholder 3">
            <a:extLst>
              <a:ext uri="{C99C3EB4-9FE2-499A-BC74-BF1BC309D2C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6F2AE0-D926-491E-8465-B4133BDB5361}"/>
              </a:ext>
            </a:extLst>
          </p:cNvPr>
          <p:cNvSpPr>
            <a:spLocks noGrp="1"/>
          </p:cNvSpPr>
          <p:nvPr>
            <p:ph type="dt" sz="half" idx="14"/>
          </p:nvPr>
        </p:nvSpPr>
        <p:spPr/>
        <p:txBody>
          <a:bodyPr rtlCol="0"/>
          <a:lstStyle>
            <a:lvl1pPr lvl="0"/>
          </a:lstStyle>
          <a:p>
            <a:r>
              <a:rPr lang="en-US" dirty="0"/>
              <a:t>Date</a:t>
            </a:r>
          </a:p>
        </p:txBody>
      </p:sp>
    </p:spTree>
    <p:extLst>
      <p:ext uri="{E1EA032F-0609-4F53-89BE-C8AF25A1235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2" name="Google Shape;244;p25">
            <a:extLst>
              <a:ext uri="{4918E23E-A36C-4B9E-B29B-4A97E3DCABF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39BB73-70BA-4A56-AC4C-43B8A2809136}"/>
              </a:ext>
            </a:extLst>
          </p:cNvPr>
          <p:cNvSpPr/>
          <p:nvPr/>
        </p:nvSpPr>
        <p:spPr>
          <a:xfrm>
            <a:off x="8240649" y="-926525"/>
            <a:ext cx="1861500" cy="1861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245;p25">
            <a:extLst>
              <a:ext uri="{FD665AD9-15DD-4020-B04D-7546B069ABC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7E653E2-DB9A-4534-981F-0C3BA36C0028}"/>
              </a:ext>
            </a:extLst>
          </p:cNvPr>
          <p:cNvGrpSpPr/>
          <p:nvPr/>
        </p:nvGrpSpPr>
        <p:grpSpPr>
          <a:xfrm>
            <a:off x="-19050" y="232800"/>
            <a:ext cx="9189149" cy="4684500"/>
            <a:chOff x="-19050" y="232800"/>
            <a:chExt cx="9189149" cy="4684500"/>
          </a:xfrm>
        </p:grpSpPr>
        <p:sp>
          <p:nvSpPr>
            <p:cNvPr id="4" name="Google Shape;246;p25">
              <a:extLst>
                <a:ext uri="{47ECFE92-DD04-46BE-A5E5-41A4530197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A45DA10-E9C1-46AD-8022-E1DD193B1EE1}"/>
                </a:ext>
              </a:extLst>
            </p:cNvPr>
            <p:cNvSpPr/>
            <p:nvPr/>
          </p:nvSpPr>
          <p:spPr>
            <a:xfrm>
              <a:off x="232200" y="232800"/>
              <a:ext cx="8678999" cy="4684500"/>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247;p25">
              <a:extLst>
                <a:ext uri="{20E28C42-1BDF-4C09-9622-D0858DD927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FD4A515-F5C4-4F1C-9B73-13F7A58BD68A}"/>
                </a:ext>
              </a:extLst>
            </p:cNvPr>
            <p:cNvCxnSpPr/>
            <p:nvPr/>
          </p:nvCxnSpPr>
          <p:spPr>
            <a:xfrm rot="10800000">
              <a:off x="-19050" y="4917300"/>
              <a:ext cx="258900" cy="0"/>
            </a:xfrm>
            <a:prstGeom prst="line">
              <a:avLst/>
            </a:prstGeom>
            <a:noFill/>
            <a:ln w="19050" cap="flat">
              <a:solidFill>
                <a:schemeClr val="dk1"/>
              </a:solidFill>
              <a:prstDash val="solid"/>
              <a:round/>
            </a:ln>
          </p:spPr>
        </p:cxnSp>
        <p:cxnSp>
          <p:nvCxnSpPr>
            <p:cNvPr id="6" name="Google Shape;248;p25">
              <a:extLst>
                <a:ext uri="{08487A54-62B0-426B-B715-FC4938D16A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5C7A905-BC57-4B2A-9FCD-57E25A3FCFE3}"/>
                </a:ext>
              </a:extLst>
            </p:cNvPr>
            <p:cNvCxnSpPr/>
            <p:nvPr/>
          </p:nvCxnSpPr>
          <p:spPr>
            <a:xfrm rot="10800000">
              <a:off x="8911200" y="232800"/>
              <a:ext cx="258900" cy="0"/>
            </a:xfrm>
            <a:prstGeom prst="line">
              <a:avLst/>
            </a:prstGeom>
            <a:noFill/>
            <a:ln w="19050" cap="flat">
              <a:solidFill>
                <a:schemeClr val="dk1"/>
              </a:solidFill>
              <a:prstDash val="solid"/>
              <a:round/>
            </a:ln>
          </p:spPr>
        </p:cxnSp>
      </p:grpSp>
      <p:sp>
        <p:nvSpPr>
          <p:cNvPr id="7" name="Google Shape;249;p25">
            <a:extLst>
              <a:ext uri="{5FA77F6B-5BC6-49EC-AB8E-8783B00257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B02EDAB-D78D-40AC-BFB9-383DF1590B2C}"/>
              </a:ext>
            </a:extLst>
          </p:cNvPr>
          <p:cNvSpPr>
            <a:spLocks noGrp="1"/>
          </p:cNvSpPr>
          <p:nvPr>
            <p:ph type="title" idx="10"/>
          </p:nvPr>
        </p:nvSpPr>
        <p:spPr>
          <a:xfrm>
            <a:off x="722376" y="445025"/>
            <a:ext cx="7708500" cy="572700"/>
          </a:xfrm>
          <a:prstGeom prst="rect">
            <a:avLst/>
          </a:prstGeom>
        </p:spPr>
        <p:txBody>
          <a:bodyPr spcFirstLastPara="1" wrap="square" lIns="91425" tIns="91425" rIns="91425" bIns="91425" rtlCol="0" anchor="t">
            <a:noAutofit/>
          </a:bodyPr>
          <a:lstStyle>
            <a:lvl1pPr lvl="0" rtl="0">
              <a:spcBef>
                <a:spcPts val="0"/>
              </a:spcBef>
              <a:spcAft>
                <a:spcPts val="0"/>
              </a:spcAft>
              <a:buNone/>
              <a:defRPr lang="en-US" sz="2800" dirty="0"/>
            </a:lvl1pPr>
            <a:lvl2pPr lvl="1" rtl="0">
              <a:spcBef>
                <a:spcPts val="0"/>
              </a:spcBef>
              <a:spcAft>
                <a:spcPts val="0"/>
              </a:spcAft>
              <a:buNone/>
              <a:defRPr lang="en-US" dirty="0">
                <a:latin typeface="Lato"/>
              </a:defRPr>
            </a:lvl2pPr>
            <a:lvl3pPr lvl="2" rtl="0">
              <a:spcBef>
                <a:spcPts val="0"/>
              </a:spcBef>
              <a:spcAft>
                <a:spcPts val="0"/>
              </a:spcAft>
              <a:buNone/>
              <a:defRPr lang="en-US" dirty="0">
                <a:latin typeface="Lato"/>
              </a:defRPr>
            </a:lvl3pPr>
            <a:lvl4pPr lvl="3" rtl="0">
              <a:spcBef>
                <a:spcPts val="0"/>
              </a:spcBef>
              <a:spcAft>
                <a:spcPts val="0"/>
              </a:spcAft>
              <a:buNone/>
              <a:defRPr lang="en-US" dirty="0">
                <a:latin typeface="Lato"/>
              </a:defRPr>
            </a:lvl4pPr>
            <a:lvl5pPr lvl="4" rtl="0">
              <a:spcBef>
                <a:spcPts val="0"/>
              </a:spcBef>
              <a:spcAft>
                <a:spcPts val="0"/>
              </a:spcAft>
              <a:buNone/>
              <a:defRPr lang="en-US" dirty="0">
                <a:latin typeface="Lato"/>
              </a:defRPr>
            </a:lvl5pPr>
            <a:lvl6pPr lvl="5" rtl="0">
              <a:spcBef>
                <a:spcPts val="0"/>
              </a:spcBef>
              <a:spcAft>
                <a:spcPts val="0"/>
              </a:spcAft>
              <a:buNone/>
              <a:defRPr lang="en-US" dirty="0">
                <a:latin typeface="Lato"/>
              </a:defRPr>
            </a:lvl6pPr>
            <a:lvl7pPr lvl="6" rtl="0">
              <a:spcBef>
                <a:spcPts val="0"/>
              </a:spcBef>
              <a:spcAft>
                <a:spcPts val="0"/>
              </a:spcAft>
              <a:buNone/>
              <a:defRPr lang="en-US" dirty="0">
                <a:latin typeface="Lato"/>
              </a:defRPr>
            </a:lvl7pPr>
            <a:lvl8pPr lvl="7" rtl="0">
              <a:spcBef>
                <a:spcPts val="0"/>
              </a:spcBef>
              <a:spcAft>
                <a:spcPts val="0"/>
              </a:spcAft>
              <a:buNone/>
              <a:defRPr lang="en-US" dirty="0">
                <a:latin typeface="Lato"/>
              </a:defRPr>
            </a:lvl8pPr>
            <a:lvl9pPr lvl="8" rtl="0">
              <a:spcBef>
                <a:spcPts val="0"/>
              </a:spcBef>
              <a:spcAft>
                <a:spcPts val="0"/>
              </a:spcAft>
              <a:buNone/>
              <a:defRPr lang="en-US" dirty="0">
                <a:latin typeface="Lato"/>
              </a:defRPr>
            </a:lvl9pPr>
          </a:lstStyle>
          <a:p>
            <a:endParaRPr lang="en-US" dirty="0"/>
          </a:p>
        </p:txBody>
      </p:sp>
      <p:sp>
        <p:nvSpPr>
          <p:cNvPr id="8" name="Footer Placeholder 4">
            <a:extLst>
              <a:ext uri="{7FB4F237-E1BB-4FB7-BF09-9DABA5D7D6F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A96258A-9FF5-472C-A3D0-ABF2B566A190}"/>
              </a:ext>
            </a:extLst>
          </p:cNvPr>
          <p:cNvSpPr>
            <a:spLocks noGrp="1"/>
          </p:cNvSpPr>
          <p:nvPr>
            <p:ph type="ftr" sz="quarter" idx="11"/>
          </p:nvPr>
        </p:nvSpPr>
        <p:spPr/>
        <p:txBody>
          <a:bodyPr rtlCol="0"/>
          <a:lstStyle>
            <a:lvl1pPr lvl="0"/>
          </a:lstStyle>
          <a:p>
            <a:r>
              <a:rPr lang="en-US" dirty="0"/>
              <a:t>Footer</a:t>
            </a:r>
          </a:p>
        </p:txBody>
      </p:sp>
      <p:sp>
        <p:nvSpPr>
          <p:cNvPr id="9" name="Slide Number Placeholder 5">
            <a:extLst>
              <a:ext uri="{A13FF2EF-3672-435B-B62A-0EF0A4DE77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23BA66B-ACCA-484F-A9AC-9E2F8285993C}"/>
              </a:ext>
            </a:extLst>
          </p:cNvPr>
          <p:cNvSpPr>
            <a:spLocks noGrp="1"/>
          </p:cNvSpPr>
          <p:nvPr>
            <p:ph type="sldNum" sz="quarter" idx="12"/>
          </p:nvPr>
        </p:nvSpPr>
        <p:spPr/>
        <p:txBody>
          <a:bodyPr rtlCol="0"/>
          <a:lstStyle>
            <a:lvl1pPr lvl="0"/>
          </a:lstStyle>
          <a:p>
            <a:r>
              <a:rPr lang="en-US" dirty="0"/>
              <a:t>&lt;#&gt;</a:t>
            </a:r>
          </a:p>
        </p:txBody>
      </p:sp>
      <p:sp>
        <p:nvSpPr>
          <p:cNvPr id="10" name="Date Placeholder 3">
            <a:extLst>
              <a:ext uri="{DDB629A8-13DD-4138-9626-D1E6EA5EEB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E76F98-EA86-422B-AEAF-39E5C5B245DC}"/>
              </a:ext>
            </a:extLst>
          </p:cNvPr>
          <p:cNvSpPr>
            <a:spLocks noGrp="1"/>
          </p:cNvSpPr>
          <p:nvPr>
            <p:ph type="dt" sz="half" idx="13"/>
          </p:nvPr>
        </p:nvSpPr>
        <p:spPr/>
        <p:txBody>
          <a:bodyPr rtlCol="0"/>
          <a:lstStyle>
            <a:lvl1pPr lvl="0"/>
          </a:lstStyle>
          <a:p>
            <a:r>
              <a:rPr lang="en-US" dirty="0"/>
              <a:t>Date</a:t>
            </a:r>
          </a:p>
        </p:txBody>
      </p:sp>
    </p:spTree>
    <p:extLst>
      <p:ext uri="{52CE2488-5C36-4780-865F-354DB171A31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2">
    <p:spTree>
      <p:nvGrpSpPr>
        <p:cNvPr id="1" name=""/>
        <p:cNvGrpSpPr/>
        <p:nvPr/>
      </p:nvGrpSpPr>
      <p:grpSpPr>
        <a:xfrm>
          <a:off x="0" y="0"/>
          <a:ext cx="0" cy="0"/>
          <a:chOff x="0" y="0"/>
          <a:chExt cx="0" cy="0"/>
        </a:xfrm>
      </p:grpSpPr>
      <p:sp>
        <p:nvSpPr>
          <p:cNvPr id="2" name="Google Shape;251;p26">
            <a:extLst>
              <a:ext uri="{CF3518CF-2513-4F6A-91F4-A2E60A7ABB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B1BE8D5-204E-43DC-822D-226C0CCD3837}"/>
              </a:ext>
            </a:extLst>
          </p:cNvPr>
          <p:cNvSpPr/>
          <p:nvPr/>
        </p:nvSpPr>
        <p:spPr>
          <a:xfrm>
            <a:off x="-924350" y="4204324"/>
            <a:ext cx="1861500" cy="1861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252;p26">
            <a:extLst>
              <a:ext uri="{DE692537-5125-4C0C-923A-2F67BE64C24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3E696B-FC79-4283-AE2F-415E70CFDDA0}"/>
              </a:ext>
            </a:extLst>
          </p:cNvPr>
          <p:cNvGrpSpPr/>
          <p:nvPr/>
        </p:nvGrpSpPr>
        <p:grpSpPr>
          <a:xfrm>
            <a:off x="232200" y="232800"/>
            <a:ext cx="8988300" cy="4964300"/>
            <a:chOff x="232200" y="232800"/>
            <a:chExt cx="8988300" cy="4964300"/>
          </a:xfrm>
        </p:grpSpPr>
        <p:sp>
          <p:nvSpPr>
            <p:cNvPr id="4" name="Google Shape;253;p26">
              <a:extLst>
                <a:ext uri="{952CFDBF-386E-4C58-BF50-4FA8DE68D5E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A9183F-1499-49DF-877D-D2A97B3C8893}"/>
                </a:ext>
              </a:extLst>
            </p:cNvPr>
            <p:cNvSpPr/>
            <p:nvPr/>
          </p:nvSpPr>
          <p:spPr>
            <a:xfrm>
              <a:off x="232200" y="232800"/>
              <a:ext cx="8678999" cy="4684500"/>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254;p26">
              <a:extLst>
                <a:ext uri="{A51D5F40-2AED-4663-B60D-B75A4787E9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D2BF95-6829-4A2E-8C37-3DB3F2578AEB}"/>
                </a:ext>
              </a:extLst>
            </p:cNvPr>
            <p:cNvCxnSpPr/>
            <p:nvPr/>
          </p:nvCxnSpPr>
          <p:spPr>
            <a:xfrm rot="10800000">
              <a:off x="8911200" y="232800"/>
              <a:ext cx="309300" cy="0"/>
            </a:xfrm>
            <a:prstGeom prst="line">
              <a:avLst/>
            </a:prstGeom>
            <a:noFill/>
            <a:ln w="19050" cap="flat">
              <a:solidFill>
                <a:schemeClr val="dk1"/>
              </a:solidFill>
              <a:prstDash val="solid"/>
              <a:round/>
            </a:ln>
          </p:spPr>
        </p:cxnSp>
        <p:cxnSp>
          <p:nvCxnSpPr>
            <p:cNvPr id="6" name="Google Shape;255;p26">
              <a:extLst>
                <a:ext uri="{A39F24EE-9F7B-487A-893D-F937D14DB4D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2F9E77-1BA1-4F96-9CBB-8252EB87CF02}"/>
                </a:ext>
              </a:extLst>
            </p:cNvPr>
            <p:cNvCxnSpPr/>
            <p:nvPr/>
          </p:nvCxnSpPr>
          <p:spPr>
            <a:xfrm rot="10800000">
              <a:off x="232200" y="4890499"/>
              <a:ext cx="0" cy="306600"/>
            </a:xfrm>
            <a:prstGeom prst="line">
              <a:avLst/>
            </a:prstGeom>
            <a:noFill/>
            <a:ln w="19050" cap="flat">
              <a:solidFill>
                <a:schemeClr val="dk1"/>
              </a:solidFill>
              <a:prstDash val="solid"/>
              <a:round/>
            </a:ln>
          </p:spPr>
        </p:cxnSp>
      </p:grpSp>
      <p:sp>
        <p:nvSpPr>
          <p:cNvPr id="7" name="Google Shape;256;p26">
            <a:extLst>
              <a:ext uri="{6C3F85AE-C16A-4FBB-A866-DDA3918E69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260229B-D667-4B41-9095-97BA75FE698F}"/>
              </a:ext>
            </a:extLst>
          </p:cNvPr>
          <p:cNvSpPr>
            <a:spLocks noGrp="1"/>
          </p:cNvSpPr>
          <p:nvPr>
            <p:ph type="title" idx="10"/>
          </p:nvPr>
        </p:nvSpPr>
        <p:spPr>
          <a:xfrm>
            <a:off x="722376" y="445025"/>
            <a:ext cx="7708500" cy="572700"/>
          </a:xfrm>
          <a:prstGeom prst="rect">
            <a:avLst/>
          </a:prstGeom>
        </p:spPr>
        <p:txBody>
          <a:bodyPr spcFirstLastPara="1" wrap="square" lIns="91425" tIns="91425" rIns="91425" bIns="91425" rtlCol="0" anchor="t">
            <a:noAutofit/>
          </a:bodyPr>
          <a:lstStyle>
            <a:lvl1pPr lvl="0" rtl="0">
              <a:spcBef>
                <a:spcPts val="0"/>
              </a:spcBef>
              <a:spcAft>
                <a:spcPts val="0"/>
              </a:spcAft>
              <a:buNone/>
              <a:defRPr lang="en-US" sz="2800" dirty="0"/>
            </a:lvl1pPr>
            <a:lvl2pPr lvl="1" rtl="0">
              <a:spcBef>
                <a:spcPts val="0"/>
              </a:spcBef>
              <a:spcAft>
                <a:spcPts val="0"/>
              </a:spcAft>
              <a:buNone/>
              <a:defRPr lang="en-US" dirty="0">
                <a:latin typeface="Lato"/>
              </a:defRPr>
            </a:lvl2pPr>
            <a:lvl3pPr lvl="2" rtl="0">
              <a:spcBef>
                <a:spcPts val="0"/>
              </a:spcBef>
              <a:spcAft>
                <a:spcPts val="0"/>
              </a:spcAft>
              <a:buNone/>
              <a:defRPr lang="en-US" dirty="0">
                <a:latin typeface="Lato"/>
              </a:defRPr>
            </a:lvl3pPr>
            <a:lvl4pPr lvl="3" rtl="0">
              <a:spcBef>
                <a:spcPts val="0"/>
              </a:spcBef>
              <a:spcAft>
                <a:spcPts val="0"/>
              </a:spcAft>
              <a:buNone/>
              <a:defRPr lang="en-US" dirty="0">
                <a:latin typeface="Lato"/>
              </a:defRPr>
            </a:lvl4pPr>
            <a:lvl5pPr lvl="4" rtl="0">
              <a:spcBef>
                <a:spcPts val="0"/>
              </a:spcBef>
              <a:spcAft>
                <a:spcPts val="0"/>
              </a:spcAft>
              <a:buNone/>
              <a:defRPr lang="en-US" dirty="0">
                <a:latin typeface="Lato"/>
              </a:defRPr>
            </a:lvl5pPr>
            <a:lvl6pPr lvl="5" rtl="0">
              <a:spcBef>
                <a:spcPts val="0"/>
              </a:spcBef>
              <a:spcAft>
                <a:spcPts val="0"/>
              </a:spcAft>
              <a:buNone/>
              <a:defRPr lang="en-US" dirty="0">
                <a:latin typeface="Lato"/>
              </a:defRPr>
            </a:lvl6pPr>
            <a:lvl7pPr lvl="6" rtl="0">
              <a:spcBef>
                <a:spcPts val="0"/>
              </a:spcBef>
              <a:spcAft>
                <a:spcPts val="0"/>
              </a:spcAft>
              <a:buNone/>
              <a:defRPr lang="en-US" dirty="0">
                <a:latin typeface="Lato"/>
              </a:defRPr>
            </a:lvl7pPr>
            <a:lvl8pPr lvl="7" rtl="0">
              <a:spcBef>
                <a:spcPts val="0"/>
              </a:spcBef>
              <a:spcAft>
                <a:spcPts val="0"/>
              </a:spcAft>
              <a:buNone/>
              <a:defRPr lang="en-US" dirty="0">
                <a:latin typeface="Lato"/>
              </a:defRPr>
            </a:lvl8pPr>
            <a:lvl9pPr lvl="8" rtl="0">
              <a:spcBef>
                <a:spcPts val="0"/>
              </a:spcBef>
              <a:spcAft>
                <a:spcPts val="0"/>
              </a:spcAft>
              <a:buNone/>
              <a:defRPr lang="en-US" dirty="0">
                <a:latin typeface="Lato"/>
              </a:defRPr>
            </a:lvl9pPr>
          </a:lstStyle>
          <a:p>
            <a:endParaRPr lang="en-US" dirty="0"/>
          </a:p>
        </p:txBody>
      </p:sp>
      <p:sp>
        <p:nvSpPr>
          <p:cNvPr id="8" name="Footer Placeholder 4">
            <a:extLst>
              <a:ext uri="{72C97EFB-9111-46E0-A8C9-C0C7E1B7056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B5C8797-BD68-47A0-B579-F67E4E0A027F}"/>
              </a:ext>
            </a:extLst>
          </p:cNvPr>
          <p:cNvSpPr>
            <a:spLocks noGrp="1"/>
          </p:cNvSpPr>
          <p:nvPr>
            <p:ph type="ftr" sz="quarter" idx="11"/>
          </p:nvPr>
        </p:nvSpPr>
        <p:spPr/>
        <p:txBody>
          <a:bodyPr rtlCol="0"/>
          <a:lstStyle>
            <a:lvl1pPr lvl="0"/>
          </a:lstStyle>
          <a:p>
            <a:r>
              <a:rPr lang="en-US" dirty="0"/>
              <a:t>Footer</a:t>
            </a:r>
          </a:p>
        </p:txBody>
      </p:sp>
      <p:sp>
        <p:nvSpPr>
          <p:cNvPr id="9" name="Slide Number Placeholder 5">
            <a:extLst>
              <a:ext uri="{863E259A-87D9-4105-8C5B-2CB675B4709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68F924B-75B3-4F65-BD8C-73C42AD27616}"/>
              </a:ext>
            </a:extLst>
          </p:cNvPr>
          <p:cNvSpPr>
            <a:spLocks noGrp="1"/>
          </p:cNvSpPr>
          <p:nvPr>
            <p:ph type="sldNum" sz="quarter" idx="12"/>
          </p:nvPr>
        </p:nvSpPr>
        <p:spPr/>
        <p:txBody>
          <a:bodyPr rtlCol="0"/>
          <a:lstStyle>
            <a:lvl1pPr lvl="0"/>
          </a:lstStyle>
          <a:p>
            <a:r>
              <a:rPr lang="en-US" dirty="0"/>
              <a:t>&lt;#&gt;</a:t>
            </a:r>
          </a:p>
        </p:txBody>
      </p:sp>
      <p:sp>
        <p:nvSpPr>
          <p:cNvPr id="10" name="Date Placeholder 3">
            <a:extLst>
              <a:ext uri="{A8270354-9865-41E8-9930-8C29651D42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B629A49-4811-4A4D-9221-2765E6199F41}"/>
              </a:ext>
            </a:extLst>
          </p:cNvPr>
          <p:cNvSpPr>
            <a:spLocks noGrp="1"/>
          </p:cNvSpPr>
          <p:nvPr>
            <p:ph type="dt" sz="half" idx="13"/>
          </p:nvPr>
        </p:nvSpPr>
        <p:spPr/>
        <p:txBody>
          <a:bodyPr rtlCol="0"/>
          <a:lstStyle>
            <a:lvl1pPr lvl="0"/>
          </a:lstStyle>
          <a:p>
            <a:r>
              <a:rPr lang="en-US" dirty="0"/>
              <a:t>Date</a:t>
            </a:r>
          </a:p>
        </p:txBody>
      </p:sp>
    </p:spTree>
    <p:extLst>
      <p:ext uri="{9B40663C-E6F0-4C01-BFF8-799CCF62AF9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ackground">
    <p:spTree>
      <p:nvGrpSpPr>
        <p:cNvPr id="1" name=""/>
        <p:cNvGrpSpPr/>
        <p:nvPr/>
      </p:nvGrpSpPr>
      <p:grpSpPr>
        <a:xfrm>
          <a:off x="0" y="0"/>
          <a:ext cx="0" cy="0"/>
          <a:chOff x="0" y="0"/>
          <a:chExt cx="0" cy="0"/>
        </a:xfrm>
      </p:grpSpPr>
      <p:sp>
        <p:nvSpPr>
          <p:cNvPr id="2" name="Google Shape;267;p28">
            <a:extLst>
              <a:ext uri="{A6CD337A-0929-4389-9A77-10DC39E9EDA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06F0A3E-4523-40E2-A950-8A13262F4755}"/>
              </a:ext>
            </a:extLst>
          </p:cNvPr>
          <p:cNvSpPr/>
          <p:nvPr/>
        </p:nvSpPr>
        <p:spPr>
          <a:xfrm>
            <a:off x="8240649" y="4204324"/>
            <a:ext cx="1861500" cy="1861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268;p28">
            <a:extLst>
              <a:ext uri="{A4F97C60-7FA5-481C-9CF9-F8F9E337FE9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39E7CEA-A6A5-48CF-B7CB-B119D19C12C7}"/>
              </a:ext>
            </a:extLst>
          </p:cNvPr>
          <p:cNvGrpSpPr/>
          <p:nvPr/>
        </p:nvGrpSpPr>
        <p:grpSpPr>
          <a:xfrm>
            <a:off x="232200" y="-49400"/>
            <a:ext cx="8678999" cy="5250800"/>
            <a:chOff x="232200" y="-49400"/>
            <a:chExt cx="8678999" cy="5250800"/>
          </a:xfrm>
        </p:grpSpPr>
        <p:sp>
          <p:nvSpPr>
            <p:cNvPr id="4" name="Google Shape;269;p28">
              <a:extLst>
                <a:ext uri="{0005D9BD-795B-4E37-95D0-DA876A12C3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BBD64E-CB65-474C-8A9F-DE8295DE8EA0}"/>
                </a:ext>
              </a:extLst>
            </p:cNvPr>
            <p:cNvSpPr/>
            <p:nvPr/>
          </p:nvSpPr>
          <p:spPr>
            <a:xfrm>
              <a:off x="232200" y="232800"/>
              <a:ext cx="8678999" cy="4684500"/>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5" name="Google Shape;270;p28">
              <a:extLst>
                <a:ext uri="{A44F5C25-2690-486B-A3E6-2D966E5C8DC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851286A-2D66-4385-9961-ABAAF399CDF9}"/>
                </a:ext>
              </a:extLst>
            </p:cNvPr>
            <p:cNvGrpSpPr/>
            <p:nvPr/>
          </p:nvGrpSpPr>
          <p:grpSpPr>
            <a:xfrm>
              <a:off x="232200" y="-49400"/>
              <a:ext cx="8678999" cy="5250800"/>
              <a:chOff x="232200" y="-49400"/>
              <a:chExt cx="8678999" cy="5250800"/>
            </a:xfrm>
          </p:grpSpPr>
          <p:cxnSp>
            <p:nvCxnSpPr>
              <p:cNvPr id="6" name="Google Shape;271;p28">
                <a:extLst>
                  <a:ext uri="{461F1CEB-20E0-4A54-9CDC-424BF921BA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5112B06-9438-4E70-A093-96AEBAFA5A0E}"/>
                  </a:ext>
                </a:extLst>
              </p:cNvPr>
              <p:cNvCxnSpPr/>
              <p:nvPr/>
            </p:nvCxnSpPr>
            <p:spPr>
              <a:xfrm rot="10800000">
                <a:off x="232200" y="-49400"/>
                <a:ext cx="0" cy="284100"/>
              </a:xfrm>
              <a:prstGeom prst="line">
                <a:avLst/>
              </a:prstGeom>
              <a:noFill/>
              <a:ln w="19050" cap="flat">
                <a:solidFill>
                  <a:schemeClr val="dk1"/>
                </a:solidFill>
                <a:prstDash val="solid"/>
                <a:round/>
              </a:ln>
            </p:spPr>
          </p:cxnSp>
          <p:cxnSp>
            <p:nvCxnSpPr>
              <p:cNvPr id="7" name="Google Shape;272;p28">
                <a:extLst>
                  <a:ext uri="{69F385AE-06E3-48F2-8CA9-8DE54DDE8C5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983BD45-A893-4173-B3DF-DCB95D25CCBE}"/>
                  </a:ext>
                </a:extLst>
              </p:cNvPr>
              <p:cNvCxnSpPr/>
              <p:nvPr/>
            </p:nvCxnSpPr>
            <p:spPr>
              <a:xfrm rot="10800000">
                <a:off x="8911200" y="4917300"/>
                <a:ext cx="0" cy="284100"/>
              </a:xfrm>
              <a:prstGeom prst="line">
                <a:avLst/>
              </a:prstGeom>
              <a:noFill/>
              <a:ln w="19050" cap="flat">
                <a:solidFill>
                  <a:schemeClr val="dk1"/>
                </a:solidFill>
                <a:prstDash val="solid"/>
                <a:round/>
              </a:ln>
            </p:spPr>
          </p:cxnSp>
        </p:grpSp>
      </p:grpSp>
      <p:sp>
        <p:nvSpPr>
          <p:cNvPr id="8" name="Footer Placeholder 4">
            <a:extLst>
              <a:ext uri="{E1CDFFA9-674F-4D78-AA50-BA582E5087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B3B29A7-2C39-4CC2-B9D5-BB32E4610B0E}"/>
              </a:ext>
            </a:extLst>
          </p:cNvPr>
          <p:cNvSpPr>
            <a:spLocks noGrp="1"/>
          </p:cNvSpPr>
          <p:nvPr>
            <p:ph type="ftr" sz="quarter"/>
          </p:nvPr>
        </p:nvSpPr>
        <p:spPr/>
        <p:txBody>
          <a:bodyPr rtlCol="0"/>
          <a:lstStyle>
            <a:lvl1pPr lvl="0"/>
          </a:lstStyle>
          <a:p>
            <a:r>
              <a:rPr lang="en-US" dirty="0"/>
              <a:t>Footer</a:t>
            </a:r>
          </a:p>
        </p:txBody>
      </p:sp>
      <p:sp>
        <p:nvSpPr>
          <p:cNvPr id="9" name="Slide Number Placeholder 5">
            <a:extLst>
              <a:ext uri="{F7787501-BBBF-465A-B152-E2D3B57A46B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F72F5CD-0C9D-43B2-A856-ABE83A4D14AA}"/>
              </a:ext>
            </a:extLst>
          </p:cNvPr>
          <p:cNvSpPr>
            <a:spLocks noGrp="1"/>
          </p:cNvSpPr>
          <p:nvPr>
            <p:ph type="sldNum" sz="quarter" idx="1"/>
          </p:nvPr>
        </p:nvSpPr>
        <p:spPr/>
        <p:txBody>
          <a:bodyPr rtlCol="0"/>
          <a:lstStyle>
            <a:lvl1pPr lvl="0"/>
          </a:lstStyle>
          <a:p>
            <a:r>
              <a:rPr lang="en-US" dirty="0"/>
              <a:t>&lt;#&gt;</a:t>
            </a:r>
          </a:p>
        </p:txBody>
      </p:sp>
      <p:sp>
        <p:nvSpPr>
          <p:cNvPr id="10" name="Date Placeholder 3">
            <a:extLst>
              <a:ext uri="{B2DECD39-4686-4B74-AB5A-581C618F35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C0DF4AF-A083-47C8-9B86-C0379339F579}"/>
              </a:ext>
            </a:extLst>
          </p:cNvPr>
          <p:cNvSpPr>
            <a:spLocks noGrp="1"/>
          </p:cNvSpPr>
          <p:nvPr>
            <p:ph type="dt" sz="half" idx="2"/>
          </p:nvPr>
        </p:nvSpPr>
        <p:spPr/>
        <p:txBody>
          <a:bodyPr rtlCol="0"/>
          <a:lstStyle>
            <a:lvl1pPr lvl="0"/>
          </a:lstStyle>
          <a:p>
            <a:r>
              <a:rPr lang="en-US" dirty="0"/>
              <a:t>Date</a:t>
            </a:r>
          </a:p>
        </p:txBody>
      </p:sp>
    </p:spTree>
    <p:extLst>
      <p:ext uri="{A14AD1A8-3897-4E4A-BEC5-FEF79B3D1DD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ackground 1">
    <p:spTree>
      <p:nvGrpSpPr>
        <p:cNvPr id="1" name=""/>
        <p:cNvGrpSpPr/>
        <p:nvPr/>
      </p:nvGrpSpPr>
      <p:grpSpPr>
        <a:xfrm>
          <a:off x="0" y="0"/>
          <a:ext cx="0" cy="0"/>
          <a:chOff x="0" y="0"/>
          <a:chExt cx="0" cy="0"/>
        </a:xfrm>
      </p:grpSpPr>
      <p:sp>
        <p:nvSpPr>
          <p:cNvPr id="2" name="Google Shape;274;p29">
            <a:extLst>
              <a:ext uri="{DCDAC273-2322-4E75-B45D-57FE8BEF84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CCE213A-A1BA-4FE4-AB1F-E8ECA4E4DA4D}"/>
              </a:ext>
            </a:extLst>
          </p:cNvPr>
          <p:cNvSpPr/>
          <p:nvPr/>
        </p:nvSpPr>
        <p:spPr>
          <a:xfrm>
            <a:off x="8141975" y="-886575"/>
            <a:ext cx="1861500" cy="1861500"/>
          </a:xfrm>
          <a:prstGeom prst="ellipse">
            <a:avLst/>
          </a:prstGeom>
          <a:solidFill>
            <a:srgbClr val="E8E7E7"/>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3" name="Google Shape;275;p29">
            <a:extLst>
              <a:ext uri="{8DE67886-0EB4-42DD-BEDA-E0194C364F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7647C2D-BB68-4622-BF81-CFAB03D5CB07}"/>
              </a:ext>
            </a:extLst>
          </p:cNvPr>
          <p:cNvGrpSpPr/>
          <p:nvPr/>
        </p:nvGrpSpPr>
        <p:grpSpPr>
          <a:xfrm>
            <a:off x="232200" y="232800"/>
            <a:ext cx="9045000" cy="4975499"/>
            <a:chOff x="232200" y="232800"/>
            <a:chExt cx="9045000" cy="4975499"/>
          </a:xfrm>
        </p:grpSpPr>
        <p:sp>
          <p:nvSpPr>
            <p:cNvPr id="4" name="Google Shape;276;p29">
              <a:extLst>
                <a:ext uri="{EE12FB56-FCDE-4945-99B7-FA9F2B973C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6CA6AC7-1675-4EAB-AAF2-56CA3CFB5B34}"/>
                </a:ext>
              </a:extLst>
            </p:cNvPr>
            <p:cNvSpPr/>
            <p:nvPr/>
          </p:nvSpPr>
          <p:spPr>
            <a:xfrm>
              <a:off x="232200" y="232800"/>
              <a:ext cx="8678999" cy="4684500"/>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5" name="Google Shape;277;p29">
              <a:extLst>
                <a:ext uri="{9B022280-742F-4E0D-A959-D8BD6C1993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55C48D-1622-49D5-B809-488B2E75CCD0}"/>
                </a:ext>
              </a:extLst>
            </p:cNvPr>
            <p:cNvCxnSpPr/>
            <p:nvPr/>
          </p:nvCxnSpPr>
          <p:spPr>
            <a:xfrm>
              <a:off x="8911200" y="232800"/>
              <a:ext cx="366000" cy="0"/>
            </a:xfrm>
            <a:prstGeom prst="line">
              <a:avLst/>
            </a:prstGeom>
            <a:noFill/>
            <a:ln w="19050" cap="flat">
              <a:solidFill>
                <a:schemeClr val="dk1"/>
              </a:solidFill>
              <a:prstDash val="solid"/>
              <a:round/>
            </a:ln>
          </p:spPr>
        </p:cxnSp>
        <p:cxnSp>
          <p:nvCxnSpPr>
            <p:cNvPr id="6" name="Google Shape;278;p29">
              <a:extLst>
                <a:ext uri="{8A757555-87E5-4734-9AE4-8D7F99417D4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8FD522-9E79-4CFB-AAF4-51EB5F1F232C}"/>
                </a:ext>
              </a:extLst>
            </p:cNvPr>
            <p:cNvCxnSpPr/>
            <p:nvPr/>
          </p:nvCxnSpPr>
          <p:spPr>
            <a:xfrm>
              <a:off x="232200" y="4917300"/>
              <a:ext cx="1200" cy="291000"/>
            </a:xfrm>
            <a:prstGeom prst="line">
              <a:avLst/>
            </a:prstGeom>
            <a:noFill/>
            <a:ln w="19050" cap="flat">
              <a:solidFill>
                <a:schemeClr val="dk1"/>
              </a:solidFill>
              <a:prstDash val="solid"/>
              <a:round/>
            </a:ln>
          </p:spPr>
        </p:cxnSp>
      </p:grpSp>
      <p:sp>
        <p:nvSpPr>
          <p:cNvPr id="7" name="Footer Placeholder 4">
            <a:extLst>
              <a:ext uri="{9E7CFD50-8605-4DE9-8B24-28F2AF0169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629C99-4CDE-40D5-B2FC-5D74490F0244}"/>
              </a:ext>
            </a:extLst>
          </p:cNvPr>
          <p:cNvSpPr>
            <a:spLocks noGrp="1"/>
          </p:cNvSpPr>
          <p:nvPr>
            <p:ph type="ftr" sz="quarter"/>
          </p:nvPr>
        </p:nvSpPr>
        <p:spPr/>
        <p:txBody>
          <a:bodyPr rtlCol="0"/>
          <a:lstStyle>
            <a:lvl1pPr lvl="0"/>
          </a:lstStyle>
          <a:p>
            <a:r>
              <a:rPr lang="en-US" dirty="0"/>
              <a:t>Footer</a:t>
            </a:r>
          </a:p>
        </p:txBody>
      </p:sp>
      <p:sp>
        <p:nvSpPr>
          <p:cNvPr id="8" name="Slide Number Placeholder 5">
            <a:extLst>
              <a:ext uri="{70FAB525-5A16-4214-AA66-FEB73F4DA4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E215FD8-08EC-4AC9-98AA-DEA3E5E5ADCB}"/>
              </a:ext>
            </a:extLst>
          </p:cNvPr>
          <p:cNvSpPr>
            <a:spLocks noGrp="1"/>
          </p:cNvSpPr>
          <p:nvPr>
            <p:ph type="sldNum" sz="quarter" idx="1"/>
          </p:nvPr>
        </p:nvSpPr>
        <p:spPr/>
        <p:txBody>
          <a:bodyPr rtlCol="0"/>
          <a:lstStyle>
            <a:lvl1pPr lvl="0"/>
          </a:lstStyle>
          <a:p>
            <a:r>
              <a:rPr lang="en-US" dirty="0"/>
              <a:t>&lt;#&gt;</a:t>
            </a:r>
          </a:p>
        </p:txBody>
      </p:sp>
      <p:sp>
        <p:nvSpPr>
          <p:cNvPr id="9" name="Date Placeholder 3">
            <a:extLst>
              <a:ext uri="{54337AD1-AB91-4366-A7F0-C431840259B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B91F845-3A6C-476A-8E64-48ADD5BB3B44}"/>
              </a:ext>
            </a:extLst>
          </p:cNvPr>
          <p:cNvSpPr>
            <a:spLocks noGrp="1"/>
          </p:cNvSpPr>
          <p:nvPr>
            <p:ph type="dt" sz="half" idx="2"/>
          </p:nvPr>
        </p:nvSpPr>
        <p:spPr/>
        <p:txBody>
          <a:bodyPr rtlCol="0"/>
          <a:lstStyle>
            <a:lvl1pPr lvl="0"/>
          </a:lstStyle>
          <a:p>
            <a:r>
              <a:rPr lang="en-US" dirty="0"/>
              <a:t>Date</a:t>
            </a:r>
          </a:p>
        </p:txBody>
      </p:sp>
    </p:spTree>
    <p:extLst>
      <p:ext uri="{41A03507-BC00-4563-A25D-BF617D5788E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Pr>
        <a:solidFill>
          <a:schemeClr val="lt1"/>
        </a:solidFill>
        <a:effectLst/>
      </p:bgPr>
    </p:bg>
    <p:spTree>
      <p:nvGrpSpPr>
        <p:cNvPr id="1" name=""/>
        <p:cNvGrpSpPr/>
        <p:nvPr/>
      </p:nvGrpSpPr>
      <p:grpSpPr>
        <a:xfrm>
          <a:off x="0" y="0"/>
          <a:ext cx="0" cy="0"/>
          <a:chOff x="0" y="0"/>
          <a:chExt cx="0" cy="0"/>
        </a:xfrm>
      </p:grpSpPr>
      <p:sp>
        <p:nvSpPr>
          <p:cNvPr id="2" name="Google Shape;6;p1">
            <a:extLst>
              <a:ext uri="{A936B576-FADA-481B-ADFF-67DDA8DD40E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0C84CBA-7457-4D44-8B96-11BEAB52C5C6}"/>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rtlCol="0" anchor="t">
            <a:noAutofit/>
          </a:bodyPr>
          <a:lstStyle>
            <a:lvl1pPr lvl="0" rtl="0">
              <a:spcBef>
                <a:spcPts val="0"/>
              </a:spcBef>
              <a:spcAft>
                <a:spcPts val="0"/>
              </a:spcAft>
              <a:buNone/>
              <a:defRPr lang="en-US" sz="2800" b="1" dirty="0">
                <a:solidFill>
                  <a:schemeClr val="dk1"/>
                </a:solidFill>
                <a:latin typeface="Figtree-black"/>
              </a:defRPr>
            </a:lvl1pPr>
            <a:lvl2pPr lvl="1" rtl="0">
              <a:spcBef>
                <a:spcPts val="0"/>
              </a:spcBef>
              <a:spcAft>
                <a:spcPts val="0"/>
              </a:spcAft>
              <a:buNone/>
              <a:defRPr lang="en-US" sz="3000" b="1" dirty="0">
                <a:solidFill>
                  <a:schemeClr val="dk1"/>
                </a:solidFill>
                <a:latin typeface="Figtree-black"/>
              </a:defRPr>
            </a:lvl2pPr>
            <a:lvl3pPr lvl="2" rtl="0">
              <a:spcBef>
                <a:spcPts val="0"/>
              </a:spcBef>
              <a:spcAft>
                <a:spcPts val="0"/>
              </a:spcAft>
              <a:buNone/>
              <a:defRPr lang="en-US" sz="3000" b="1" dirty="0">
                <a:solidFill>
                  <a:schemeClr val="dk1"/>
                </a:solidFill>
                <a:latin typeface="Figtree-black"/>
              </a:defRPr>
            </a:lvl3pPr>
            <a:lvl4pPr lvl="3" rtl="0">
              <a:spcBef>
                <a:spcPts val="0"/>
              </a:spcBef>
              <a:spcAft>
                <a:spcPts val="0"/>
              </a:spcAft>
              <a:buNone/>
              <a:defRPr lang="en-US" sz="3000" b="1" dirty="0">
                <a:solidFill>
                  <a:schemeClr val="dk1"/>
                </a:solidFill>
                <a:latin typeface="Figtree-black"/>
              </a:defRPr>
            </a:lvl4pPr>
            <a:lvl5pPr lvl="4" rtl="0">
              <a:spcBef>
                <a:spcPts val="0"/>
              </a:spcBef>
              <a:spcAft>
                <a:spcPts val="0"/>
              </a:spcAft>
              <a:buNone/>
              <a:defRPr lang="en-US" sz="3000" b="1" dirty="0">
                <a:solidFill>
                  <a:schemeClr val="dk1"/>
                </a:solidFill>
                <a:latin typeface="Figtree-black"/>
              </a:defRPr>
            </a:lvl5pPr>
            <a:lvl6pPr lvl="5" rtl="0">
              <a:spcBef>
                <a:spcPts val="0"/>
              </a:spcBef>
              <a:spcAft>
                <a:spcPts val="0"/>
              </a:spcAft>
              <a:buNone/>
              <a:defRPr lang="en-US" sz="3000" b="1" dirty="0">
                <a:solidFill>
                  <a:schemeClr val="dk1"/>
                </a:solidFill>
                <a:latin typeface="Figtree-black"/>
              </a:defRPr>
            </a:lvl6pPr>
            <a:lvl7pPr lvl="6" rtl="0">
              <a:spcBef>
                <a:spcPts val="0"/>
              </a:spcBef>
              <a:spcAft>
                <a:spcPts val="0"/>
              </a:spcAft>
              <a:buNone/>
              <a:defRPr lang="en-US" sz="3000" b="1" dirty="0">
                <a:solidFill>
                  <a:schemeClr val="dk1"/>
                </a:solidFill>
                <a:latin typeface="Figtree-black"/>
              </a:defRPr>
            </a:lvl7pPr>
            <a:lvl8pPr lvl="7" rtl="0">
              <a:spcBef>
                <a:spcPts val="0"/>
              </a:spcBef>
              <a:spcAft>
                <a:spcPts val="0"/>
              </a:spcAft>
              <a:buNone/>
              <a:defRPr lang="en-US" sz="3000" b="1" dirty="0">
                <a:solidFill>
                  <a:schemeClr val="dk1"/>
                </a:solidFill>
                <a:latin typeface="Figtree-black"/>
              </a:defRPr>
            </a:lvl8pPr>
            <a:lvl9pPr lvl="8" rtl="0">
              <a:spcBef>
                <a:spcPts val="0"/>
              </a:spcBef>
              <a:spcAft>
                <a:spcPts val="0"/>
              </a:spcAft>
              <a:buNone/>
              <a:defRPr lang="en-US" sz="3000" b="1" dirty="0">
                <a:solidFill>
                  <a:schemeClr val="dk1"/>
                </a:solidFill>
                <a:latin typeface="Figtree-black"/>
              </a:defRPr>
            </a:lvl9pPr>
          </a:lstStyle>
          <a:p>
            <a:endParaRPr lang="en-US" dirty="0"/>
          </a:p>
        </p:txBody>
      </p:sp>
      <p:sp>
        <p:nvSpPr>
          <p:cNvPr id="3" name="Google Shape;7;p1">
            <a:extLst>
              <a:ext uri="{079B4BAC-565D-4814-A438-7B64DB455B9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25EA4C-ED73-4706-BD7F-82A8C29FFDCA}"/>
              </a:ext>
            </a:extLst>
          </p:cNvPr>
          <p:cNvSpPr>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rtlCol="0" anchor="t">
            <a:noAutofit/>
          </a:bodyPr>
          <a:lstStyle>
            <a:lvl1pPr marL="457200" lvl="0" indent="-317499">
              <a:lnSpc>
                <a:spcPct val="115000"/>
              </a:lnSpc>
              <a:spcBef>
                <a:spcPts val="0"/>
              </a:spcBef>
              <a:spcAft>
                <a:spcPts val="0"/>
              </a:spcAft>
              <a:buChar char="●"/>
              <a:defRPr lang="en-US" dirty="0">
                <a:solidFill>
                  <a:schemeClr val="dk1"/>
                </a:solidFill>
                <a:latin typeface="Hanken Grotesk"/>
              </a:defRPr>
            </a:lvl1pPr>
            <a:lvl2pPr marL="914400" lvl="1" indent="-317499">
              <a:lnSpc>
                <a:spcPct val="115000"/>
              </a:lnSpc>
              <a:spcBef>
                <a:spcPts val="0"/>
              </a:spcBef>
              <a:spcAft>
                <a:spcPts val="0"/>
              </a:spcAft>
              <a:buChar char="○"/>
              <a:defRPr lang="en-US" dirty="0">
                <a:solidFill>
                  <a:schemeClr val="dk1"/>
                </a:solidFill>
                <a:latin typeface="Hanken Grotesk"/>
              </a:defRPr>
            </a:lvl2pPr>
            <a:lvl3pPr marL="1371600" lvl="2" indent="-317499">
              <a:lnSpc>
                <a:spcPct val="115000"/>
              </a:lnSpc>
              <a:spcBef>
                <a:spcPts val="0"/>
              </a:spcBef>
              <a:spcAft>
                <a:spcPts val="0"/>
              </a:spcAft>
              <a:buChar char="■"/>
              <a:defRPr lang="en-US" dirty="0">
                <a:solidFill>
                  <a:schemeClr val="dk1"/>
                </a:solidFill>
                <a:latin typeface="Hanken Grotesk"/>
              </a:defRPr>
            </a:lvl3pPr>
            <a:lvl4pPr marL="1828800" lvl="3" indent="-317499">
              <a:lnSpc>
                <a:spcPct val="115000"/>
              </a:lnSpc>
              <a:spcBef>
                <a:spcPts val="0"/>
              </a:spcBef>
              <a:spcAft>
                <a:spcPts val="0"/>
              </a:spcAft>
              <a:buChar char="●"/>
              <a:defRPr lang="en-US" dirty="0">
                <a:solidFill>
                  <a:schemeClr val="dk1"/>
                </a:solidFill>
                <a:latin typeface="Hanken Grotesk"/>
              </a:defRPr>
            </a:lvl4pPr>
            <a:lvl5pPr marL="2286000" lvl="4" indent="-317499">
              <a:lnSpc>
                <a:spcPct val="115000"/>
              </a:lnSpc>
              <a:spcBef>
                <a:spcPts val="0"/>
              </a:spcBef>
              <a:spcAft>
                <a:spcPts val="0"/>
              </a:spcAft>
              <a:buChar char="○"/>
              <a:defRPr lang="en-US" dirty="0">
                <a:solidFill>
                  <a:schemeClr val="dk1"/>
                </a:solidFill>
                <a:latin typeface="Hanken Grotesk"/>
              </a:defRPr>
            </a:lvl5pPr>
            <a:lvl6pPr marL="2743200" lvl="5" indent="-317499">
              <a:lnSpc>
                <a:spcPct val="115000"/>
              </a:lnSpc>
              <a:spcBef>
                <a:spcPts val="0"/>
              </a:spcBef>
              <a:spcAft>
                <a:spcPts val="0"/>
              </a:spcAft>
              <a:buChar char="■"/>
              <a:defRPr lang="en-US" dirty="0">
                <a:solidFill>
                  <a:schemeClr val="dk1"/>
                </a:solidFill>
                <a:latin typeface="Hanken Grotesk"/>
              </a:defRPr>
            </a:lvl6pPr>
            <a:lvl7pPr marL="3200400" lvl="6" indent="-317499">
              <a:lnSpc>
                <a:spcPct val="115000"/>
              </a:lnSpc>
              <a:spcBef>
                <a:spcPts val="0"/>
              </a:spcBef>
              <a:spcAft>
                <a:spcPts val="0"/>
              </a:spcAft>
              <a:buChar char="●"/>
              <a:defRPr lang="en-US" dirty="0">
                <a:solidFill>
                  <a:schemeClr val="dk1"/>
                </a:solidFill>
                <a:latin typeface="Hanken Grotesk"/>
              </a:defRPr>
            </a:lvl7pPr>
            <a:lvl8pPr marL="3657600" lvl="7" indent="-317499">
              <a:lnSpc>
                <a:spcPct val="115000"/>
              </a:lnSpc>
              <a:spcBef>
                <a:spcPts val="0"/>
              </a:spcBef>
              <a:spcAft>
                <a:spcPts val="0"/>
              </a:spcAft>
              <a:buChar char="○"/>
              <a:defRPr lang="en-US" dirty="0">
                <a:solidFill>
                  <a:schemeClr val="dk1"/>
                </a:solidFill>
                <a:latin typeface="Hanken Grotesk"/>
              </a:defRPr>
            </a:lvl8pPr>
            <a:lvl9pPr marL="4114800" lvl="8" indent="-317499">
              <a:lnSpc>
                <a:spcPct val="115000"/>
              </a:lnSpc>
              <a:spcBef>
                <a:spcPts val="0"/>
              </a:spcBef>
              <a:spcAft>
                <a:spcPts val="0"/>
              </a:spcAft>
              <a:buChar char="■"/>
              <a:defRPr lang="en-US" dirty="0">
                <a:solidFill>
                  <a:schemeClr val="dk1"/>
                </a:solidFill>
                <a:latin typeface="Hanken Grotesk"/>
              </a:defRPr>
            </a:lvl9pPr>
          </a:lstStyle>
          <a:p>
            <a:endParaRPr lang="en-US" dirty="0"/>
          </a:p>
        </p:txBody>
      </p:sp>
      <p:sp>
        <p:nvSpPr>
          <p:cNvPr id="4" name="Footer Placeholder 4">
            <a:extLst>
              <a:ext uri="{36DE43A9-3C3C-40EB-84DB-3DC6EB5D2C5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1DEB0D-39A4-4C7E-85AB-A763C4564D60}"/>
              </a:ext>
            </a:extLst>
          </p:cNvPr>
          <p:cNvSpPr>
            <a:spLocks noGrp="1"/>
          </p:cNvSpPr>
          <p:nvPr>
            <p:ph type="ftr" sz="quarter" idx="3"/>
          </p:nvPr>
        </p:nvSpPr>
        <p:spPr>
          <a:xfrm>
            <a:off x="2495550" y="4686300"/>
            <a:ext cx="5181600" cy="285750"/>
          </a:xfrm>
          <a:prstGeom prst="rect">
            <a:avLst/>
          </a:prstGeom>
        </p:spPr>
        <p:txBody>
          <a:bodyPr vert="horz" lIns="91440" tIns="45720" rIns="91440" bIns="45720" rtlCol="0" anchor="ctr"/>
          <a:lstStyle>
            <a:lvl1pPr lvl="0" algn="ctr">
              <a:defRPr lang="en-US" sz="600" i="0" dirty="0">
                <a:solidFill>
                  <a:schemeClr val="bg1">
                    <a:lumMod val="50000"/>
                  </a:schemeClr>
                </a:solidFill>
                <a:latin typeface="+mn-lt"/>
              </a:defRPr>
            </a:lvl1pPr>
          </a:lstStyle>
          <a:p>
            <a:r>
              <a:rPr lang="en-US" dirty="0"/>
              <a:t>Footer</a:t>
            </a:r>
          </a:p>
        </p:txBody>
      </p:sp>
      <p:sp>
        <p:nvSpPr>
          <p:cNvPr id="5" name="Slide Number Placeholder 5">
            <a:extLst>
              <a:ext uri="{2FA12C8A-F2ED-4716-8A21-38A52A3F147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210868-6C9F-4FAC-B68F-137B19B31F49}"/>
              </a:ext>
            </a:extLst>
          </p:cNvPr>
          <p:cNvSpPr>
            <a:spLocks noGrp="1"/>
          </p:cNvSpPr>
          <p:nvPr>
            <p:ph type="sldNum" sz="quarter" idx="4"/>
          </p:nvPr>
        </p:nvSpPr>
        <p:spPr>
          <a:xfrm>
            <a:off x="7767814" y="4695033"/>
            <a:ext cx="613017" cy="285750"/>
          </a:xfrm>
          <a:prstGeom prst="rect">
            <a:avLst/>
          </a:prstGeom>
        </p:spPr>
        <p:txBody>
          <a:bodyPr vert="horz" lIns="91440" tIns="45720" rIns="91440" bIns="45720" rtlCol="0" anchor="ctr"/>
          <a:lstStyle>
            <a:lvl1pPr lvl="0" algn="r">
              <a:defRPr lang="en-US" sz="600" i="0" dirty="0">
                <a:solidFill>
                  <a:schemeClr val="bg1">
                    <a:lumMod val="50000"/>
                  </a:schemeClr>
                </a:solidFill>
                <a:latin typeface="+mn-lt"/>
              </a:defRPr>
            </a:lvl1pPr>
          </a:lstStyle>
          <a:p>
            <a:r>
              <a:rPr lang="en-US" dirty="0"/>
              <a:t>&lt;#&gt;</a:t>
            </a:r>
          </a:p>
        </p:txBody>
      </p:sp>
      <p:sp>
        <p:nvSpPr>
          <p:cNvPr id="6" name="Date Placeholder 3">
            <a:extLst>
              <a:ext uri="{5A42E502-2EE8-482F-AE71-2FF69B84B90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8A718C3-4D9C-4717-B31C-47790580A8B0}"/>
              </a:ext>
            </a:extLst>
          </p:cNvPr>
          <p:cNvSpPr>
            <a:spLocks noGrp="1"/>
          </p:cNvSpPr>
          <p:nvPr>
            <p:ph type="dt" sz="half" idx="2"/>
          </p:nvPr>
        </p:nvSpPr>
        <p:spPr>
          <a:xfrm>
            <a:off x="762000" y="4695033"/>
            <a:ext cx="1639570" cy="285750"/>
          </a:xfrm>
          <a:prstGeom prst="rect">
            <a:avLst/>
          </a:prstGeom>
        </p:spPr>
        <p:txBody>
          <a:bodyPr vert="horz" lIns="91440" tIns="45720" rIns="91440" bIns="45720" rtlCol="0" anchor="ctr"/>
          <a:lstStyle>
            <a:lvl1pPr lvl="0" algn="l">
              <a:defRPr lang="en-US" sz="600" i="0" dirty="0">
                <a:solidFill>
                  <a:schemeClr val="bg1">
                    <a:lumMod val="50000"/>
                  </a:schemeClr>
                </a:solidFill>
                <a:latin typeface="+mn-lt"/>
              </a:defRPr>
            </a:lvl1pPr>
          </a:lstStyle>
          <a:p>
            <a:r>
              <a:rPr lang="en-US" dirty="0"/>
              <a:t>Date</a:t>
            </a:r>
          </a:p>
        </p:txBody>
      </p:sp>
    </p:spTree>
    <p:custDataLst>
      <p:tags r:id="rId15"/>
    </p:custDataLst>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marR="0" lvl="0" algn="l" rtl="0">
        <a:lnSpc>
          <a:spcPct val="100000"/>
        </a:lnSpc>
        <a:spcBef>
          <a:spcPts val="0"/>
        </a:spcBef>
        <a:spcAft>
          <a:spcPts val="0"/>
        </a:spcAft>
        <a:defRPr lang="en-US" sz="1400" b="0" i="0" u="none" strike="noStrike" cap="none" dirty="0">
          <a:solidFill>
            <a:srgbClr val="000000"/>
          </a:solidFill>
          <a:latin typeface="Arial"/>
        </a:defRPr>
      </a:lvl1pPr>
      <a:lvl2pPr marR="0" lvl="1" algn="l" rtl="0">
        <a:lnSpc>
          <a:spcPct val="100000"/>
        </a:lnSpc>
        <a:spcBef>
          <a:spcPts val="0"/>
        </a:spcBef>
        <a:spcAft>
          <a:spcPts val="0"/>
        </a:spcAft>
        <a:defRPr lang="en-US" sz="1400" b="0" i="0" u="none" strike="noStrike" cap="none" dirty="0">
          <a:solidFill>
            <a:srgbClr val="000000"/>
          </a:solidFill>
          <a:latin typeface="Arial"/>
        </a:defRPr>
      </a:lvl2pPr>
      <a:lvl3pPr marR="0" lvl="2" algn="l" rtl="0">
        <a:lnSpc>
          <a:spcPct val="100000"/>
        </a:lnSpc>
        <a:spcBef>
          <a:spcPts val="0"/>
        </a:spcBef>
        <a:spcAft>
          <a:spcPts val="0"/>
        </a:spcAft>
        <a:defRPr lang="en-US" sz="1400" b="0" i="0" u="none" strike="noStrike" cap="none" dirty="0">
          <a:solidFill>
            <a:srgbClr val="000000"/>
          </a:solidFill>
          <a:latin typeface="Arial"/>
        </a:defRPr>
      </a:lvl3pPr>
      <a:lvl4pPr marR="0" lvl="3" algn="l" rtl="0">
        <a:lnSpc>
          <a:spcPct val="100000"/>
        </a:lnSpc>
        <a:spcBef>
          <a:spcPts val="0"/>
        </a:spcBef>
        <a:spcAft>
          <a:spcPts val="0"/>
        </a:spcAft>
        <a:defRPr lang="en-US" sz="1400" b="0" i="0" u="none" strike="noStrike" cap="none" dirty="0">
          <a:solidFill>
            <a:srgbClr val="000000"/>
          </a:solidFill>
          <a:latin typeface="Arial"/>
        </a:defRPr>
      </a:lvl4pPr>
      <a:lvl5pPr marR="0" lvl="4" algn="l" rtl="0">
        <a:lnSpc>
          <a:spcPct val="100000"/>
        </a:lnSpc>
        <a:spcBef>
          <a:spcPts val="0"/>
        </a:spcBef>
        <a:spcAft>
          <a:spcPts val="0"/>
        </a:spcAft>
        <a:defRPr lang="en-US" sz="1400" b="0" i="0" u="none" strike="noStrike" cap="none" dirty="0">
          <a:solidFill>
            <a:srgbClr val="000000"/>
          </a:solidFill>
          <a:latin typeface="Arial"/>
        </a:defRPr>
      </a:lvl5pPr>
      <a:lvl6pPr marR="0" lvl="5" algn="l" rtl="0">
        <a:lnSpc>
          <a:spcPct val="100000"/>
        </a:lnSpc>
        <a:spcBef>
          <a:spcPts val="0"/>
        </a:spcBef>
        <a:spcAft>
          <a:spcPts val="0"/>
        </a:spcAft>
        <a:defRPr lang="en-US" sz="1400" b="0" i="0" u="none" strike="noStrike" cap="none" dirty="0">
          <a:solidFill>
            <a:srgbClr val="000000"/>
          </a:solidFill>
          <a:latin typeface="Arial"/>
        </a:defRPr>
      </a:lvl6pPr>
      <a:lvl7pPr marR="0" lvl="6" algn="l" rtl="0">
        <a:lnSpc>
          <a:spcPct val="100000"/>
        </a:lnSpc>
        <a:spcBef>
          <a:spcPts val="0"/>
        </a:spcBef>
        <a:spcAft>
          <a:spcPts val="0"/>
        </a:spcAft>
        <a:defRPr lang="en-US" sz="1400" b="0" i="0" u="none" strike="noStrike" cap="none" dirty="0">
          <a:solidFill>
            <a:srgbClr val="000000"/>
          </a:solidFill>
          <a:latin typeface="Arial"/>
        </a:defRPr>
      </a:lvl7pPr>
      <a:lvl8pPr marR="0" lvl="7" algn="l" rtl="0">
        <a:lnSpc>
          <a:spcPct val="100000"/>
        </a:lnSpc>
        <a:spcBef>
          <a:spcPts val="0"/>
        </a:spcBef>
        <a:spcAft>
          <a:spcPts val="0"/>
        </a:spcAft>
        <a:defRPr lang="en-US" sz="1400" b="0" i="0" u="none" strike="noStrike" cap="none" dirty="0">
          <a:solidFill>
            <a:srgbClr val="000000"/>
          </a:solidFill>
          <a:latin typeface="Arial"/>
        </a:defRPr>
      </a:lvl8pPr>
      <a:lvl9pPr marR="0" lvl="8" algn="l" rtl="0">
        <a:lnSpc>
          <a:spcPct val="100000"/>
        </a:lnSpc>
        <a:spcBef>
          <a:spcPts val="0"/>
        </a:spcBef>
        <a:spcAft>
          <a:spcPts val="0"/>
        </a:spcAft>
        <a:defRPr lang="en-US" sz="1400" b="0" i="0" u="none" strike="noStrike" cap="none" dirty="0">
          <a:solidFill>
            <a:srgbClr val="000000"/>
          </a:solidFill>
          <a:latin typeface="Arial"/>
        </a:defRPr>
      </a:lvl9pPr>
    </p:titleStyle>
    <p:bodyStyle>
      <a:lvl1pPr marR="0" lvl="0" algn="l" rtl="0">
        <a:lnSpc>
          <a:spcPct val="100000"/>
        </a:lnSpc>
        <a:spcBef>
          <a:spcPts val="0"/>
        </a:spcBef>
        <a:spcAft>
          <a:spcPts val="0"/>
        </a:spcAft>
        <a:defRPr lang="en-US" sz="1400" b="0" i="0" u="none" strike="noStrike" cap="none" dirty="0">
          <a:solidFill>
            <a:srgbClr val="000000"/>
          </a:solidFill>
          <a:latin typeface="Arial"/>
        </a:defRPr>
      </a:lvl1pPr>
      <a:lvl2pPr marR="0" lvl="1" algn="l" rtl="0">
        <a:lnSpc>
          <a:spcPct val="100000"/>
        </a:lnSpc>
        <a:spcBef>
          <a:spcPts val="0"/>
        </a:spcBef>
        <a:spcAft>
          <a:spcPts val="0"/>
        </a:spcAft>
        <a:defRPr lang="en-US" sz="1400" b="0" i="0" u="none" strike="noStrike" cap="none" dirty="0">
          <a:solidFill>
            <a:srgbClr val="000000"/>
          </a:solidFill>
          <a:latin typeface="Arial"/>
        </a:defRPr>
      </a:lvl2pPr>
      <a:lvl3pPr marR="0" lvl="2" algn="l" rtl="0">
        <a:lnSpc>
          <a:spcPct val="100000"/>
        </a:lnSpc>
        <a:spcBef>
          <a:spcPts val="0"/>
        </a:spcBef>
        <a:spcAft>
          <a:spcPts val="0"/>
        </a:spcAft>
        <a:defRPr lang="en-US" sz="1400" b="0" i="0" u="none" strike="noStrike" cap="none" dirty="0">
          <a:solidFill>
            <a:srgbClr val="000000"/>
          </a:solidFill>
          <a:latin typeface="Arial"/>
        </a:defRPr>
      </a:lvl3pPr>
      <a:lvl4pPr marR="0" lvl="3" algn="l" rtl="0">
        <a:lnSpc>
          <a:spcPct val="100000"/>
        </a:lnSpc>
        <a:spcBef>
          <a:spcPts val="0"/>
        </a:spcBef>
        <a:spcAft>
          <a:spcPts val="0"/>
        </a:spcAft>
        <a:defRPr lang="en-US" sz="1400" b="0" i="0" u="none" strike="noStrike" cap="none" dirty="0">
          <a:solidFill>
            <a:srgbClr val="000000"/>
          </a:solidFill>
          <a:latin typeface="Arial"/>
        </a:defRPr>
      </a:lvl4pPr>
      <a:lvl5pPr marR="0" lvl="4" algn="l" rtl="0">
        <a:lnSpc>
          <a:spcPct val="100000"/>
        </a:lnSpc>
        <a:spcBef>
          <a:spcPts val="0"/>
        </a:spcBef>
        <a:spcAft>
          <a:spcPts val="0"/>
        </a:spcAft>
        <a:defRPr lang="en-US" sz="1400" b="0" i="0" u="none" strike="noStrike" cap="none" dirty="0">
          <a:solidFill>
            <a:srgbClr val="000000"/>
          </a:solidFill>
          <a:latin typeface="Arial"/>
        </a:defRPr>
      </a:lvl5pPr>
      <a:lvl6pPr marR="0" lvl="5" algn="l" rtl="0">
        <a:lnSpc>
          <a:spcPct val="100000"/>
        </a:lnSpc>
        <a:spcBef>
          <a:spcPts val="0"/>
        </a:spcBef>
        <a:spcAft>
          <a:spcPts val="0"/>
        </a:spcAft>
        <a:defRPr lang="en-US" sz="1400" b="0" i="0" u="none" strike="noStrike" cap="none" dirty="0">
          <a:solidFill>
            <a:srgbClr val="000000"/>
          </a:solidFill>
          <a:latin typeface="Arial"/>
        </a:defRPr>
      </a:lvl6pPr>
      <a:lvl7pPr marR="0" lvl="6" algn="l" rtl="0">
        <a:lnSpc>
          <a:spcPct val="100000"/>
        </a:lnSpc>
        <a:spcBef>
          <a:spcPts val="0"/>
        </a:spcBef>
        <a:spcAft>
          <a:spcPts val="0"/>
        </a:spcAft>
        <a:defRPr lang="en-US" sz="1400" b="0" i="0" u="none" strike="noStrike" cap="none" dirty="0">
          <a:solidFill>
            <a:srgbClr val="000000"/>
          </a:solidFill>
          <a:latin typeface="Arial"/>
        </a:defRPr>
      </a:lvl7pPr>
      <a:lvl8pPr marR="0" lvl="7" algn="l" rtl="0">
        <a:lnSpc>
          <a:spcPct val="100000"/>
        </a:lnSpc>
        <a:spcBef>
          <a:spcPts val="0"/>
        </a:spcBef>
        <a:spcAft>
          <a:spcPts val="0"/>
        </a:spcAft>
        <a:defRPr lang="en-US" sz="1400" b="0" i="0" u="none" strike="noStrike" cap="none" dirty="0">
          <a:solidFill>
            <a:srgbClr val="000000"/>
          </a:solidFill>
          <a:latin typeface="Arial"/>
        </a:defRPr>
      </a:lvl8pPr>
      <a:lvl9pPr marR="0" lvl="8" algn="l" rtl="0">
        <a:lnSpc>
          <a:spcPct val="100000"/>
        </a:lnSpc>
        <a:spcBef>
          <a:spcPts val="0"/>
        </a:spcBef>
        <a:spcAft>
          <a:spcPts val="0"/>
        </a:spcAft>
        <a:defRPr lang="en-US" sz="1400" b="0" i="0" u="none" strike="noStrike" cap="none" dirty="0">
          <a:solidFill>
            <a:srgbClr val="000000"/>
          </a:solidFill>
          <a:latin typeface="Arial"/>
        </a:defRPr>
      </a:lvl9pPr>
    </p:bodyStyle>
    <p:otherStyle>
      <a:lvl1pPr marR="0" lvl="0" algn="l" rtl="0">
        <a:lnSpc>
          <a:spcPct val="100000"/>
        </a:lnSpc>
        <a:spcBef>
          <a:spcPts val="0"/>
        </a:spcBef>
        <a:spcAft>
          <a:spcPts val="0"/>
        </a:spcAft>
        <a:defRPr lang="en-US" sz="1400" b="0" i="0" u="none" strike="noStrike" cap="none" dirty="0">
          <a:solidFill>
            <a:srgbClr val="000000"/>
          </a:solidFill>
          <a:latin typeface="Arial"/>
        </a:defRPr>
      </a:lvl1pPr>
      <a:lvl2pPr marR="0" lvl="1" algn="l" rtl="0">
        <a:lnSpc>
          <a:spcPct val="100000"/>
        </a:lnSpc>
        <a:spcBef>
          <a:spcPts val="0"/>
        </a:spcBef>
        <a:spcAft>
          <a:spcPts val="0"/>
        </a:spcAft>
        <a:defRPr lang="en-US" sz="1400" b="0" i="0" u="none" strike="noStrike" cap="none" dirty="0">
          <a:solidFill>
            <a:srgbClr val="000000"/>
          </a:solidFill>
          <a:latin typeface="Arial"/>
        </a:defRPr>
      </a:lvl2pPr>
      <a:lvl3pPr marR="0" lvl="2" algn="l" rtl="0">
        <a:lnSpc>
          <a:spcPct val="100000"/>
        </a:lnSpc>
        <a:spcBef>
          <a:spcPts val="0"/>
        </a:spcBef>
        <a:spcAft>
          <a:spcPts val="0"/>
        </a:spcAft>
        <a:defRPr lang="en-US" sz="1400" b="0" i="0" u="none" strike="noStrike" cap="none" dirty="0">
          <a:solidFill>
            <a:srgbClr val="000000"/>
          </a:solidFill>
          <a:latin typeface="Arial"/>
        </a:defRPr>
      </a:lvl3pPr>
      <a:lvl4pPr marR="0" lvl="3" algn="l" rtl="0">
        <a:lnSpc>
          <a:spcPct val="100000"/>
        </a:lnSpc>
        <a:spcBef>
          <a:spcPts val="0"/>
        </a:spcBef>
        <a:spcAft>
          <a:spcPts val="0"/>
        </a:spcAft>
        <a:defRPr lang="en-US" sz="1400" b="0" i="0" u="none" strike="noStrike" cap="none" dirty="0">
          <a:solidFill>
            <a:srgbClr val="000000"/>
          </a:solidFill>
          <a:latin typeface="Arial"/>
        </a:defRPr>
      </a:lvl4pPr>
      <a:lvl5pPr marR="0" lvl="4" algn="l" rtl="0">
        <a:lnSpc>
          <a:spcPct val="100000"/>
        </a:lnSpc>
        <a:spcBef>
          <a:spcPts val="0"/>
        </a:spcBef>
        <a:spcAft>
          <a:spcPts val="0"/>
        </a:spcAft>
        <a:defRPr lang="en-US" sz="1400" b="0" i="0" u="none" strike="noStrike" cap="none" dirty="0">
          <a:solidFill>
            <a:srgbClr val="000000"/>
          </a:solidFill>
          <a:latin typeface="Arial"/>
        </a:defRPr>
      </a:lvl5pPr>
      <a:lvl6pPr marR="0" lvl="5" algn="l" rtl="0">
        <a:lnSpc>
          <a:spcPct val="100000"/>
        </a:lnSpc>
        <a:spcBef>
          <a:spcPts val="0"/>
        </a:spcBef>
        <a:spcAft>
          <a:spcPts val="0"/>
        </a:spcAft>
        <a:defRPr lang="en-US" sz="1400" b="0" i="0" u="none" strike="noStrike" cap="none" dirty="0">
          <a:solidFill>
            <a:srgbClr val="000000"/>
          </a:solidFill>
          <a:latin typeface="Arial"/>
        </a:defRPr>
      </a:lvl6pPr>
      <a:lvl7pPr marR="0" lvl="6" algn="l" rtl="0">
        <a:lnSpc>
          <a:spcPct val="100000"/>
        </a:lnSpc>
        <a:spcBef>
          <a:spcPts val="0"/>
        </a:spcBef>
        <a:spcAft>
          <a:spcPts val="0"/>
        </a:spcAft>
        <a:defRPr lang="en-US" sz="1400" b="0" i="0" u="none" strike="noStrike" cap="none" dirty="0">
          <a:solidFill>
            <a:srgbClr val="000000"/>
          </a:solidFill>
          <a:latin typeface="Arial"/>
        </a:defRPr>
      </a:lvl7pPr>
      <a:lvl8pPr marR="0" lvl="7" algn="l" rtl="0">
        <a:lnSpc>
          <a:spcPct val="100000"/>
        </a:lnSpc>
        <a:spcBef>
          <a:spcPts val="0"/>
        </a:spcBef>
        <a:spcAft>
          <a:spcPts val="0"/>
        </a:spcAft>
        <a:defRPr lang="en-US" sz="1400" b="0" i="0" u="none" strike="noStrike" cap="none" dirty="0">
          <a:solidFill>
            <a:srgbClr val="000000"/>
          </a:solidFill>
          <a:latin typeface="Arial"/>
        </a:defRPr>
      </a:lvl8pPr>
      <a:lvl9pPr marR="0" lvl="8" algn="l" rtl="0">
        <a:lnSpc>
          <a:spcPct val="100000"/>
        </a:lnSpc>
        <a:spcBef>
          <a:spcPts val="0"/>
        </a:spcBef>
        <a:spcAft>
          <a:spcPts val="0"/>
        </a:spcAft>
        <a:defRPr lang="en-US" sz="1400" b="0" i="0" u="none" strike="noStrike" cap="none" dirty="0">
          <a:solidFill>
            <a:srgbClr val="000000"/>
          </a:solidFill>
          <a:latin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Google Shape;289;p33">
            <a:extLst>
              <a:ext uri="{8B9A1B4D-9757-4C08-8C46-8F20F8C0C3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B327C93-0D96-4F43-AF4E-3A1B0E2E7CA9}"/>
              </a:ext>
            </a:extLst>
          </p:cNvPr>
          <p:cNvSpPr>
            <a:spLocks noGrp="1"/>
          </p:cNvSpPr>
          <p:nvPr>
            <p:ph type="title"/>
          </p:nvPr>
        </p:nvSpPr>
        <p:spPr>
          <a:xfrm>
            <a:off x="990600" y="766287"/>
            <a:ext cx="6804659" cy="1729264"/>
          </a:xfrm>
          <a:prstGeom prst="rect">
            <a:avLst/>
          </a:prstGeom>
        </p:spPr>
        <p:txBody>
          <a:bodyPr spcFirstLastPara="1" wrap="square" lIns="91425" tIns="91425" rIns="91425" bIns="91425" rtlCol="0" anchor="b">
            <a:noAutofit/>
          </a:bodyPr>
          <a:lstStyle/>
          <a:p>
            <a:pPr marL="0" lvl="0" indent="0" algn="l" rtl="0">
              <a:spcBef>
                <a:spcPts val="0"/>
              </a:spcBef>
              <a:spcAft>
                <a:spcPts val="0"/>
              </a:spcAft>
              <a:buNone/>
            </a:pPr>
            <a:r>
              <a:rPr lang="en-US" sz="2400" dirty="0"/>
              <a:t>Integrative Modeling of Coal-Induced CO2 Emissions Using a Hybrid ARIMA–NNAR Architecture: A Nonlinear Time Series Forecasting Approach for Environmental Systems</a:t>
            </a:r>
          </a:p>
        </p:txBody>
      </p:sp>
      <p:sp>
        <p:nvSpPr>
          <p:cNvPr id="3" name="Google Shape;290;p33">
            <a:extLst>
              <a:ext uri="{4729B8BB-E6C5-483F-93FD-8D12BBD32D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C1648A5-80A3-4040-808F-A60EE68B7ED0}"/>
              </a:ext>
            </a:extLst>
          </p:cNvPr>
          <p:cNvSpPr>
            <a:spLocks noGrp="1"/>
          </p:cNvSpPr>
          <p:nvPr>
            <p:ph type="subTitle" idx="1"/>
          </p:nvPr>
        </p:nvSpPr>
        <p:spPr>
          <a:xfrm>
            <a:off x="5334000" y="2567940"/>
            <a:ext cx="3601115" cy="949672"/>
          </a:xfrm>
          <a:prstGeom prst="rect">
            <a:avLst/>
          </a:prstGeom>
        </p:spPr>
        <p:txBody>
          <a:bodyPr spcFirstLastPara="1" wrap="square" lIns="91425" tIns="91425" rIns="91425" bIns="91425" rtlCol="0" anchor="t">
            <a:noAutofit/>
          </a:bodyPr>
          <a:lstStyle/>
          <a:p>
            <a:pPr marL="0" lvl="0" indent="0" rtl="0">
              <a:spcBef>
                <a:spcPts val="0"/>
              </a:spcBef>
              <a:spcAft>
                <a:spcPts val="0"/>
              </a:spcAft>
              <a:buNone/>
            </a:pPr>
            <a:r>
              <a:rPr lang="en-IN" sz="1800" dirty="0">
                <a:latin typeface="Hanken Grotesk"/>
              </a:rPr>
              <a:t>Ushosree Raha</a:t>
            </a:r>
          </a:p>
          <a:p>
            <a:pPr marL="0" lvl="0" indent="0" rtl="0">
              <a:spcBef>
                <a:spcPts val="0"/>
              </a:spcBef>
              <a:spcAft>
                <a:spcPts val="0"/>
              </a:spcAft>
              <a:buNone/>
            </a:pPr>
            <a:r>
              <a:rPr lang="en-IN" sz="1800" dirty="0"/>
              <a:t>Adamas University</a:t>
            </a:r>
          </a:p>
          <a:p>
            <a:pPr marL="0" lvl="0" indent="0" rtl="0">
              <a:spcBef>
                <a:spcPts val="0"/>
              </a:spcBef>
              <a:spcAft>
                <a:spcPts val="0"/>
              </a:spcAft>
              <a:buNone/>
            </a:pPr>
            <a:r>
              <a:rPr lang="en-IN" sz="1800" dirty="0">
                <a:latin typeface="Hanken Grotesk"/>
              </a:rPr>
              <a:t>B.Sc.(Hons.) Statistics and Data     Analytics</a:t>
            </a:r>
          </a:p>
          <a:p>
            <a:pPr marL="0" lvl="0" indent="0" rtl="0">
              <a:spcBef>
                <a:spcPts val="0"/>
              </a:spcBef>
              <a:spcAft>
                <a:spcPts val="0"/>
              </a:spcAft>
              <a:buNone/>
            </a:pPr>
            <a:r>
              <a:rPr lang="en-IN" sz="1800" dirty="0"/>
              <a:t>Department of Mathematics</a:t>
            </a:r>
          </a:p>
          <a:p>
            <a:pPr marL="0" lvl="0" indent="0" rtl="0">
              <a:spcBef>
                <a:spcPts val="0"/>
              </a:spcBef>
              <a:spcAft>
                <a:spcPts val="0"/>
              </a:spcAft>
              <a:buNone/>
            </a:pPr>
            <a:r>
              <a:rPr lang="en-IN" sz="1800" dirty="0">
                <a:latin typeface="Hanken Grotesk"/>
              </a:rPr>
              <a:t>AU/2022/0008058</a:t>
            </a:r>
          </a:p>
          <a:p>
            <a:pPr marL="0" lvl="0" indent="0" rtl="0">
              <a:spcBef>
                <a:spcPts val="0"/>
              </a:spcBef>
              <a:spcAft>
                <a:spcPts val="0"/>
              </a:spcAft>
              <a:buNone/>
            </a:pPr>
            <a:r>
              <a:rPr lang="en-IN" sz="1800" dirty="0"/>
              <a:t>UG/05/BSTDA/2022/005</a:t>
            </a:r>
          </a:p>
        </p:txBody>
      </p:sp>
      <p:sp>
        <p:nvSpPr>
          <p:cNvPr id="4" name="TextBox 3">
            <a:extLst>
              <a:ext uri="{FF2B5EF4-FFF2-40B4-BE49-F238E27FC236}">
                <a16:creationId xmlns:a16="http://schemas.microsoft.com/office/drawing/2014/main" id="{D6316649-16BA-AB50-3E9E-B0593C4336E6}"/>
              </a:ext>
            </a:extLst>
          </p:cNvPr>
          <p:cNvSpPr txBox="1"/>
          <p:nvPr/>
        </p:nvSpPr>
        <p:spPr>
          <a:xfrm>
            <a:off x="990600" y="3638550"/>
            <a:ext cx="3706464" cy="954107"/>
          </a:xfrm>
          <a:prstGeom prst="rect">
            <a:avLst/>
          </a:prstGeom>
          <a:noFill/>
        </p:spPr>
        <p:txBody>
          <a:bodyPr wrap="none" rtlCol="0">
            <a:spAutoFit/>
          </a:bodyPr>
          <a:lstStyle/>
          <a:p>
            <a:r>
              <a:rPr lang="en-IN" dirty="0"/>
              <a:t>Guided by-</a:t>
            </a:r>
          </a:p>
          <a:p>
            <a:r>
              <a:rPr lang="en-IN" dirty="0"/>
              <a:t>Mr. Anirban Maity</a:t>
            </a:r>
          </a:p>
          <a:p>
            <a:r>
              <a:rPr lang="en-IN" dirty="0"/>
              <a:t>Adjunct Faculty, Department of Mathematics</a:t>
            </a:r>
          </a:p>
          <a:p>
            <a:r>
              <a:rPr lang="en-IN" dirty="0"/>
              <a:t>Adamas University </a:t>
            </a:r>
          </a:p>
        </p:txBody>
      </p:sp>
      <p:cxnSp>
        <p:nvCxnSpPr>
          <p:cNvPr id="6" name="Straight Connector 5">
            <a:extLst>
              <a:ext uri="{FF2B5EF4-FFF2-40B4-BE49-F238E27FC236}">
                <a16:creationId xmlns:a16="http://schemas.microsoft.com/office/drawing/2014/main" id="{6A7A02FA-E32A-C5E0-3C26-C933C9C07985}"/>
              </a:ext>
            </a:extLst>
          </p:cNvPr>
          <p:cNvCxnSpPr>
            <a:cxnSpLocks/>
          </p:cNvCxnSpPr>
          <p:nvPr/>
        </p:nvCxnSpPr>
        <p:spPr>
          <a:xfrm>
            <a:off x="5334000" y="2647950"/>
            <a:ext cx="3124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A23EE9-B28A-3A82-F7CC-B333B6320BE3}"/>
              </a:ext>
            </a:extLst>
          </p:cNvPr>
          <p:cNvCxnSpPr/>
          <p:nvPr/>
        </p:nvCxnSpPr>
        <p:spPr>
          <a:xfrm>
            <a:off x="5334000" y="2647950"/>
            <a:ext cx="0" cy="1944707"/>
          </a:xfrm>
          <a:prstGeom prst="line">
            <a:avLst/>
          </a:prstGeom>
        </p:spPr>
        <p:style>
          <a:lnRef idx="1">
            <a:schemeClr val="accent1"/>
          </a:lnRef>
          <a:fillRef idx="0">
            <a:schemeClr val="accent1"/>
          </a:fillRef>
          <a:effectRef idx="0">
            <a:schemeClr val="accent1"/>
          </a:effectRef>
          <a:fontRef idx="minor">
            <a:schemeClr val="tx1"/>
          </a:fontRef>
        </p:style>
      </p:cxnSp>
    </p:spTree>
    <p:extLst>
      <p:ext uri="{71C0D98A-50A6-4A26-9E90-B049EFE8B53F}">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Google Shape;620;p51">
            <a:extLst>
              <a:ext uri="{577538D8-77B8-42E4-B8B5-AC01D6A3FF9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11B483-36DC-4E30-A25F-F5206CF16380}"/>
              </a:ext>
            </a:extLst>
          </p:cNvPr>
          <p:cNvSpPr txBox="1"/>
          <p:nvPr/>
        </p:nvSpPr>
        <p:spPr>
          <a:xfrm>
            <a:off x="5098326" y="1207750"/>
            <a:ext cx="3332400" cy="704100"/>
          </a:xfrm>
          <a:prstGeom prst="rect">
            <a:avLst/>
          </a:prstGeom>
          <a:noFill/>
          <a:ln>
            <a:noFill/>
          </a:ln>
        </p:spPr>
        <p:txBody>
          <a:bodyPr spcFirstLastPara="1" wrap="square" lIns="91425" tIns="91425" rIns="91425" bIns="91425" rtlCol="0" anchor="ctr">
            <a:noAutofit/>
          </a:bodyPr>
          <a:lstStyle/>
          <a:p>
            <a:pPr marL="285750" lvl="0" indent="-285750" algn="l" rtl="0">
              <a:lnSpc>
                <a:spcPct val="115000"/>
              </a:lnSpc>
              <a:spcBef>
                <a:spcPts val="0"/>
              </a:spcBef>
              <a:spcAft>
                <a:spcPts val="0"/>
              </a:spcAft>
              <a:buChar char="•"/>
            </a:pPr>
            <a:r>
              <a:rPr lang="en-US" dirty="0">
                <a:solidFill>
                  <a:schemeClr val="dk1"/>
                </a:solidFill>
                <a:latin typeface="Hanken Grotesk"/>
              </a:rPr>
              <a:t>Model Selection and Diagnostic </a:t>
            </a:r>
          </a:p>
          <a:p>
            <a:pPr marL="285750" lvl="0" indent="-285750" algn="l" rtl="0">
              <a:lnSpc>
                <a:spcPct val="115000"/>
              </a:lnSpc>
              <a:spcBef>
                <a:spcPts val="0"/>
              </a:spcBef>
              <a:spcAft>
                <a:spcPts val="0"/>
              </a:spcAft>
              <a:buChar char="•"/>
            </a:pPr>
            <a:r>
              <a:rPr lang="en-US" dirty="0">
                <a:solidFill>
                  <a:schemeClr val="dk1"/>
                </a:solidFill>
                <a:latin typeface="Hanken Grotesk"/>
              </a:rPr>
              <a:t>Model Performance</a:t>
            </a:r>
          </a:p>
        </p:txBody>
      </p:sp>
      <p:sp>
        <p:nvSpPr>
          <p:cNvPr id="3" name="Google Shape;621;p51">
            <a:extLst>
              <a:ext uri="{8E3D9402-4DA5-4287-AEA2-12C17B3AEF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E88A4F4-30A1-4894-91F4-1B5EE8074753}"/>
              </a:ext>
            </a:extLst>
          </p:cNvPr>
          <p:cNvSpPr txBox="1"/>
          <p:nvPr/>
        </p:nvSpPr>
        <p:spPr>
          <a:xfrm>
            <a:off x="5158740" y="2166362"/>
            <a:ext cx="3268038" cy="592404"/>
          </a:xfrm>
          <a:prstGeom prst="rect">
            <a:avLst/>
          </a:prstGeom>
          <a:noFill/>
          <a:ln>
            <a:noFill/>
          </a:ln>
        </p:spPr>
        <p:txBody>
          <a:bodyPr spcFirstLastPara="1" wrap="square" lIns="91425" tIns="91425" rIns="91425" bIns="91425" rtlCol="0" anchor="ctr">
            <a:noAutofit/>
          </a:bodyPr>
          <a:lstStyle/>
          <a:p>
            <a:pPr marL="285750" lvl="0" indent="-285750" algn="l" rtl="0">
              <a:lnSpc>
                <a:spcPct val="115000"/>
              </a:lnSpc>
              <a:spcBef>
                <a:spcPts val="0"/>
              </a:spcBef>
              <a:spcAft>
                <a:spcPts val="0"/>
              </a:spcAft>
              <a:buChar char="•"/>
            </a:pPr>
            <a:r>
              <a:rPr lang="en-US" dirty="0">
                <a:solidFill>
                  <a:schemeClr val="dk1"/>
                </a:solidFill>
                <a:latin typeface="Hanken Grotesk"/>
              </a:rPr>
              <a:t>Model Selection and Diagnostic </a:t>
            </a:r>
          </a:p>
          <a:p>
            <a:pPr marL="285750" lvl="0" indent="-285750" algn="l" rtl="0">
              <a:lnSpc>
                <a:spcPct val="115000"/>
              </a:lnSpc>
              <a:spcBef>
                <a:spcPts val="0"/>
              </a:spcBef>
              <a:spcAft>
                <a:spcPts val="0"/>
              </a:spcAft>
              <a:buChar char="•"/>
            </a:pPr>
            <a:r>
              <a:rPr lang="en-US" dirty="0">
                <a:solidFill>
                  <a:schemeClr val="dk1"/>
                </a:solidFill>
                <a:latin typeface="Hanken Grotesk"/>
              </a:rPr>
              <a:t>Model Performance</a:t>
            </a:r>
          </a:p>
          <a:p>
            <a:pPr marL="0" lvl="0" indent="0" algn="l" rtl="0">
              <a:lnSpc>
                <a:spcPct val="115000"/>
              </a:lnSpc>
              <a:spcBef>
                <a:spcPts val="0"/>
              </a:spcBef>
              <a:spcAft>
                <a:spcPts val="0"/>
              </a:spcAft>
              <a:buNone/>
            </a:pPr>
            <a:endParaRPr lang="en-US" dirty="0">
              <a:solidFill>
                <a:schemeClr val="dk1"/>
              </a:solidFill>
              <a:latin typeface="Hanken Grotesk"/>
            </a:endParaRPr>
          </a:p>
        </p:txBody>
      </p:sp>
      <p:sp>
        <p:nvSpPr>
          <p:cNvPr id="4" name="Google Shape;622;p51">
            <a:extLst>
              <a:ext uri="{B1AD1358-3B35-4036-9254-4610A4D2CD6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10C79B4-9553-454F-BEB9-CCB053244FC7}"/>
              </a:ext>
            </a:extLst>
          </p:cNvPr>
          <p:cNvSpPr txBox="1"/>
          <p:nvPr/>
        </p:nvSpPr>
        <p:spPr>
          <a:xfrm>
            <a:off x="5094375" y="2898883"/>
            <a:ext cx="3332400" cy="699900"/>
          </a:xfrm>
          <a:prstGeom prst="rect">
            <a:avLst/>
          </a:prstGeom>
          <a:noFill/>
          <a:ln>
            <a:noFill/>
          </a:ln>
        </p:spPr>
        <p:txBody>
          <a:bodyPr spcFirstLastPara="1" wrap="square" lIns="91425" tIns="91425" rIns="91425" bIns="91425" rtlCol="0" anchor="ctr">
            <a:noAutofit/>
          </a:bodyPr>
          <a:lstStyle/>
          <a:p>
            <a:pPr marL="285750" lvl="0" indent="-285750" algn="l" rtl="0">
              <a:lnSpc>
                <a:spcPct val="115000"/>
              </a:lnSpc>
              <a:spcBef>
                <a:spcPts val="0"/>
              </a:spcBef>
              <a:spcAft>
                <a:spcPts val="0"/>
              </a:spcAft>
              <a:buChar char="•"/>
            </a:pPr>
            <a:r>
              <a:rPr lang="en-US" dirty="0">
                <a:solidFill>
                  <a:schemeClr val="dk1"/>
                </a:solidFill>
                <a:latin typeface="Hanken Grotesk"/>
              </a:rPr>
              <a:t>Model Selection and Diagnostic </a:t>
            </a:r>
          </a:p>
          <a:p>
            <a:pPr marL="285750" lvl="0" indent="-285750" algn="l" rtl="0">
              <a:lnSpc>
                <a:spcPct val="115000"/>
              </a:lnSpc>
              <a:spcBef>
                <a:spcPts val="0"/>
              </a:spcBef>
              <a:spcAft>
                <a:spcPts val="0"/>
              </a:spcAft>
              <a:buChar char="•"/>
            </a:pPr>
            <a:r>
              <a:rPr lang="en-US" dirty="0">
                <a:solidFill>
                  <a:schemeClr val="dk1"/>
                </a:solidFill>
                <a:latin typeface="Hanken Grotesk"/>
              </a:rPr>
              <a:t>Model Performance</a:t>
            </a:r>
          </a:p>
          <a:p>
            <a:pPr marL="0" lvl="0" indent="0" algn="l" rtl="0">
              <a:lnSpc>
                <a:spcPct val="115000"/>
              </a:lnSpc>
              <a:spcBef>
                <a:spcPts val="0"/>
              </a:spcBef>
              <a:spcAft>
                <a:spcPts val="0"/>
              </a:spcAft>
              <a:buNone/>
            </a:pPr>
            <a:endParaRPr lang="en-US" dirty="0">
              <a:solidFill>
                <a:schemeClr val="dk1"/>
              </a:solidFill>
              <a:latin typeface="Hanken Grotesk"/>
            </a:endParaRPr>
          </a:p>
        </p:txBody>
      </p:sp>
      <p:sp>
        <p:nvSpPr>
          <p:cNvPr id="5" name="Google Shape;623;p51">
            <a:extLst>
              <a:ext uri="{DC547478-9D68-4CF2-B30F-5DEB64D0475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3F48937-B850-463E-B983-3A562C08E06A}"/>
              </a:ext>
            </a:extLst>
          </p:cNvPr>
          <p:cNvSpPr txBox="1"/>
          <p:nvPr/>
        </p:nvSpPr>
        <p:spPr>
          <a:xfrm>
            <a:off x="5098326" y="3738899"/>
            <a:ext cx="3332400" cy="704100"/>
          </a:xfrm>
          <a:prstGeom prst="rect">
            <a:avLst/>
          </a:prstGeom>
          <a:noFill/>
          <a:ln>
            <a:noFill/>
          </a:ln>
        </p:spPr>
        <p:txBody>
          <a:bodyPr spcFirstLastPara="1" wrap="square" lIns="91425" tIns="91425" rIns="91425" bIns="91425" rtlCol="0" anchor="ctr">
            <a:noAutofit/>
          </a:bodyPr>
          <a:lstStyle/>
          <a:p>
            <a:pPr marL="285750" lvl="0" indent="-285750" algn="l" rtl="0">
              <a:lnSpc>
                <a:spcPct val="115000"/>
              </a:lnSpc>
              <a:spcBef>
                <a:spcPts val="0"/>
              </a:spcBef>
              <a:spcAft>
                <a:spcPts val="0"/>
              </a:spcAft>
              <a:buChar char="•"/>
            </a:pPr>
            <a:r>
              <a:rPr lang="en-IN" dirty="0">
                <a:solidFill>
                  <a:schemeClr val="dk1"/>
                </a:solidFill>
                <a:latin typeface="Hanken Grotesk"/>
              </a:rPr>
              <a:t>ARIMA Model Forecasting</a:t>
            </a:r>
          </a:p>
          <a:p>
            <a:pPr marL="285750" lvl="0" indent="-285750" algn="l" rtl="0">
              <a:lnSpc>
                <a:spcPct val="115000"/>
              </a:lnSpc>
              <a:spcBef>
                <a:spcPts val="0"/>
              </a:spcBef>
              <a:spcAft>
                <a:spcPts val="0"/>
              </a:spcAft>
              <a:buChar char="•"/>
            </a:pPr>
            <a:r>
              <a:rPr lang="en-IN" dirty="0">
                <a:solidFill>
                  <a:schemeClr val="dk1"/>
                </a:solidFill>
                <a:latin typeface="Hanken Grotesk"/>
              </a:rPr>
              <a:t>NNAR Model Forecasting</a:t>
            </a:r>
          </a:p>
          <a:p>
            <a:pPr marL="285750" lvl="0" indent="-285750" algn="l" rtl="0">
              <a:lnSpc>
                <a:spcPct val="115000"/>
              </a:lnSpc>
              <a:spcBef>
                <a:spcPts val="0"/>
              </a:spcBef>
              <a:spcAft>
                <a:spcPts val="0"/>
              </a:spcAft>
              <a:buChar char="•"/>
            </a:pPr>
            <a:r>
              <a:rPr lang="en-IN" dirty="0">
                <a:solidFill>
                  <a:schemeClr val="dk1"/>
                </a:solidFill>
                <a:latin typeface="Hanken Grotesk"/>
              </a:rPr>
              <a:t>Hybrid ARIMA-NNAR Model Forecasting</a:t>
            </a:r>
          </a:p>
        </p:txBody>
      </p:sp>
      <p:sp>
        <p:nvSpPr>
          <p:cNvPr id="6" name="Google Shape;624;p51">
            <a:extLst>
              <a:ext uri="{54743585-AD09-4084-8D3B-AAEC4D3151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6B606E-B9E7-4D8D-A940-D3256222F18E}"/>
              </a:ext>
            </a:extLst>
          </p:cNvPr>
          <p:cNvSpPr txBox="1"/>
          <p:nvPr/>
        </p:nvSpPr>
        <p:spPr>
          <a:xfrm>
            <a:off x="807421" y="2580534"/>
            <a:ext cx="1374900" cy="478200"/>
          </a:xfrm>
          <a:prstGeom prst="rect">
            <a:avLst/>
          </a:prstGeom>
          <a:noFill/>
          <a:ln>
            <a:noFill/>
          </a:ln>
        </p:spPr>
        <p:txBody>
          <a:bodyPr spcFirstLastPara="1" wrap="square" lIns="91425" tIns="91425" rIns="91425" bIns="91425" rtlCol="0" anchor="b">
            <a:noAutofit/>
          </a:bodyPr>
          <a:lstStyle/>
          <a:p>
            <a:pPr marL="0" marR="0" lvl="0" indent="0" algn="ctr" rtl="0">
              <a:lnSpc>
                <a:spcPct val="115000"/>
              </a:lnSpc>
              <a:spcBef>
                <a:spcPts val="0"/>
              </a:spcBef>
              <a:spcAft>
                <a:spcPts val="0"/>
              </a:spcAft>
              <a:buNone/>
            </a:pPr>
            <a:r>
              <a:rPr lang="en-IN" sz="1900" b="1" dirty="0">
                <a:solidFill>
                  <a:schemeClr val="dk1"/>
                </a:solidFill>
                <a:latin typeface="Figtree-black"/>
              </a:rPr>
              <a:t>Contents</a:t>
            </a:r>
          </a:p>
        </p:txBody>
      </p:sp>
      <p:sp>
        <p:nvSpPr>
          <p:cNvPr id="7" name="Google Shape;625;p51">
            <a:extLst>
              <a:ext uri="{FB808D8A-5161-488C-BD03-92008D8D65C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8A71AF-D50C-44F2-A4D3-14F0F03239D9}"/>
              </a:ext>
            </a:extLst>
          </p:cNvPr>
          <p:cNvSpPr txBox="1"/>
          <p:nvPr/>
        </p:nvSpPr>
        <p:spPr>
          <a:xfrm>
            <a:off x="2884875" y="1207750"/>
            <a:ext cx="2163600" cy="589197"/>
          </a:xfrm>
          <a:prstGeom prst="rect">
            <a:avLst/>
          </a:prstGeom>
          <a:solidFill>
            <a:schemeClr val="dk1"/>
          </a:solidFill>
          <a:ln>
            <a:noFill/>
          </a:ln>
        </p:spPr>
        <p:txBody>
          <a:bodyPr spcFirstLastPara="1" wrap="square" lIns="91425" tIns="91425" rIns="91425" bIns="91425" rtlCol="0" anchor="ctr">
            <a:noAutofit/>
          </a:bodyPr>
          <a:lstStyle/>
          <a:p>
            <a:pPr marL="0" lvl="0" indent="0" algn="l" rtl="0">
              <a:lnSpc>
                <a:spcPct val="115000"/>
              </a:lnSpc>
              <a:spcBef>
                <a:spcPts val="0"/>
              </a:spcBef>
              <a:spcAft>
                <a:spcPts val="0"/>
              </a:spcAft>
              <a:buNone/>
            </a:pPr>
            <a:r>
              <a:rPr lang="en" sz="1500" b="1" dirty="0">
                <a:solidFill>
                  <a:schemeClr val="lt1"/>
                </a:solidFill>
                <a:latin typeface="Figtree-black"/>
              </a:rPr>
              <a:t>ARIMA Model Analysis</a:t>
            </a:r>
          </a:p>
        </p:txBody>
      </p:sp>
      <p:sp>
        <p:nvSpPr>
          <p:cNvPr id="8" name="Google Shape;626;p51">
            <a:extLst>
              <a:ext uri="{1AAEF864-0B96-4FEA-B11A-80338356493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F0267A6-0A6F-4D04-A21C-08737E7AB589}"/>
              </a:ext>
            </a:extLst>
          </p:cNvPr>
          <p:cNvSpPr txBox="1"/>
          <p:nvPr/>
        </p:nvSpPr>
        <p:spPr>
          <a:xfrm>
            <a:off x="2884875" y="2166362"/>
            <a:ext cx="2163600" cy="474299"/>
          </a:xfrm>
          <a:prstGeom prst="rect">
            <a:avLst/>
          </a:prstGeom>
          <a:solidFill>
            <a:schemeClr val="dk1"/>
          </a:solidFill>
          <a:ln>
            <a:noFill/>
          </a:ln>
        </p:spPr>
        <p:txBody>
          <a:bodyPr spcFirstLastPara="1" wrap="square" lIns="91425" tIns="91425" rIns="91425" bIns="91425" rtlCol="0" anchor="ctr">
            <a:noAutofit/>
          </a:bodyPr>
          <a:lstStyle/>
          <a:p>
            <a:pPr marL="0" lvl="0" indent="0" algn="l" rtl="0">
              <a:lnSpc>
                <a:spcPct val="115000"/>
              </a:lnSpc>
              <a:spcBef>
                <a:spcPts val="0"/>
              </a:spcBef>
              <a:spcAft>
                <a:spcPts val="0"/>
              </a:spcAft>
              <a:buNone/>
            </a:pPr>
            <a:r>
              <a:rPr lang="en" sz="1500" b="1" dirty="0">
                <a:solidFill>
                  <a:schemeClr val="lt1"/>
                </a:solidFill>
                <a:latin typeface="Figtree-black"/>
              </a:rPr>
              <a:t>NNAR Model Analysis</a:t>
            </a:r>
          </a:p>
        </p:txBody>
      </p:sp>
      <p:sp>
        <p:nvSpPr>
          <p:cNvPr id="9" name="Google Shape;627;p51">
            <a:extLst>
              <a:ext uri="{E0A38DD6-2080-464D-A66B-50065B8174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143F8D0-2F87-4EFD-BA4A-5390304DEDE0}"/>
              </a:ext>
            </a:extLst>
          </p:cNvPr>
          <p:cNvSpPr txBox="1"/>
          <p:nvPr/>
        </p:nvSpPr>
        <p:spPr>
          <a:xfrm>
            <a:off x="2884875" y="2877813"/>
            <a:ext cx="2163599" cy="606565"/>
          </a:xfrm>
          <a:prstGeom prst="rect">
            <a:avLst/>
          </a:prstGeom>
          <a:solidFill>
            <a:schemeClr val="dk1"/>
          </a:solidFill>
          <a:ln>
            <a:noFill/>
          </a:ln>
        </p:spPr>
        <p:txBody>
          <a:bodyPr spcFirstLastPara="1" wrap="square" lIns="91425" tIns="91425" rIns="91425" bIns="91425" rtlCol="0" anchor="ctr">
            <a:noAutofit/>
          </a:bodyPr>
          <a:lstStyle/>
          <a:p>
            <a:pPr marL="0" lvl="0" indent="0" algn="l" rtl="0">
              <a:lnSpc>
                <a:spcPct val="115000"/>
              </a:lnSpc>
              <a:spcBef>
                <a:spcPts val="0"/>
              </a:spcBef>
              <a:spcAft>
                <a:spcPts val="0"/>
              </a:spcAft>
              <a:buNone/>
            </a:pPr>
            <a:r>
              <a:rPr lang="en-IN" sz="1500" b="1" dirty="0">
                <a:solidFill>
                  <a:schemeClr val="lt1"/>
                </a:solidFill>
                <a:latin typeface="Figtree-black"/>
              </a:rPr>
              <a:t>Hybrid ARIMA-NNAR Model Analysis</a:t>
            </a:r>
          </a:p>
        </p:txBody>
      </p:sp>
      <p:sp>
        <p:nvSpPr>
          <p:cNvPr id="10" name="Google Shape;628;p51">
            <a:extLst>
              <a:ext uri="{D6C8DA53-FD5C-48CB-81E8-A6D5A9907B3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7234226-FAD4-4242-88AB-C6D958CA1BF6}"/>
              </a:ext>
            </a:extLst>
          </p:cNvPr>
          <p:cNvSpPr txBox="1"/>
          <p:nvPr/>
        </p:nvSpPr>
        <p:spPr>
          <a:xfrm>
            <a:off x="2884874" y="3853792"/>
            <a:ext cx="2163600" cy="474299"/>
          </a:xfrm>
          <a:prstGeom prst="rect">
            <a:avLst/>
          </a:prstGeom>
          <a:solidFill>
            <a:schemeClr val="dk1"/>
          </a:solidFill>
          <a:ln>
            <a:noFill/>
          </a:ln>
        </p:spPr>
        <p:txBody>
          <a:bodyPr spcFirstLastPara="1" wrap="square" lIns="91425" tIns="91425" rIns="91425" bIns="91425" rtlCol="0" anchor="ctr">
            <a:noAutofit/>
          </a:bodyPr>
          <a:lstStyle/>
          <a:p>
            <a:pPr marL="0" lvl="0" indent="0" algn="l" rtl="0">
              <a:lnSpc>
                <a:spcPct val="115000"/>
              </a:lnSpc>
              <a:spcBef>
                <a:spcPts val="0"/>
              </a:spcBef>
              <a:spcAft>
                <a:spcPts val="0"/>
              </a:spcAft>
              <a:buNone/>
            </a:pPr>
            <a:r>
              <a:rPr lang="en-IN" sz="1500" b="1" dirty="0">
                <a:solidFill>
                  <a:schemeClr val="lt1"/>
                </a:solidFill>
                <a:latin typeface="Figtree-black"/>
              </a:rPr>
              <a:t>Forecasting Analysis</a:t>
            </a:r>
          </a:p>
        </p:txBody>
      </p:sp>
      <p:cxnSp>
        <p:nvCxnSpPr>
          <p:cNvPr id="11" name="Google Shape;629;p51">
            <a:extLst>
              <a:ext uri="{22EE0927-F45D-4ED6-BBE0-C45CEDF8CB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B0501E9-C7C3-4212-A2FE-FE6C46DEAE3C}"/>
              </a:ext>
            </a:extLst>
          </p:cNvPr>
          <p:cNvCxnSpPr>
            <a:stCxn id="6" idx="3"/>
            <a:endCxn id="7" idx="1"/>
          </p:cNvCxnSpPr>
          <p:nvPr/>
        </p:nvCxnSpPr>
        <p:spPr>
          <a:xfrm flipV="1">
            <a:off x="2182322" y="1502349"/>
            <a:ext cx="702553" cy="1317285"/>
          </a:xfrm>
          <a:prstGeom prst="bentConnector3">
            <a:avLst>
              <a:gd name="adj1" fmla="val 50000"/>
            </a:avLst>
          </a:prstGeom>
          <a:ln/>
        </p:spPr>
        <p:style>
          <a:lnRef idx="2">
            <a:schemeClr val="dk1"/>
          </a:lnRef>
          <a:fillRef idx="0">
            <a:schemeClr val="dk1"/>
          </a:fillRef>
          <a:effectRef idx="0">
            <a:schemeClr val="accent1"/>
          </a:effectRef>
          <a:fontRef idx="minor">
            <a:schemeClr val="tx1"/>
          </a:fontRef>
        </p:style>
      </p:cxnSp>
      <p:cxnSp>
        <p:nvCxnSpPr>
          <p:cNvPr id="12" name="Google Shape;630;p51">
            <a:extLst>
              <a:ext uri="{F73FBD48-708F-44B3-93FD-32E025203F5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337DA6-D1F3-4597-B859-CA2DC445C4DA}"/>
              </a:ext>
            </a:extLst>
          </p:cNvPr>
          <p:cNvCxnSpPr>
            <a:stCxn id="6" idx="3"/>
            <a:endCxn id="8" idx="1"/>
          </p:cNvCxnSpPr>
          <p:nvPr/>
        </p:nvCxnSpPr>
        <p:spPr>
          <a:xfrm flipV="1">
            <a:off x="2182322" y="2403513"/>
            <a:ext cx="702553" cy="416121"/>
          </a:xfrm>
          <a:prstGeom prst="bentConnector3">
            <a:avLst>
              <a:gd name="adj1" fmla="val 50000"/>
            </a:avLst>
          </a:prstGeom>
          <a:ln/>
        </p:spPr>
        <p:style>
          <a:lnRef idx="2">
            <a:schemeClr val="dk1"/>
          </a:lnRef>
          <a:fillRef idx="0">
            <a:schemeClr val="dk1"/>
          </a:fillRef>
          <a:effectRef idx="0">
            <a:schemeClr val="accent1"/>
          </a:effectRef>
          <a:fontRef idx="minor">
            <a:schemeClr val="tx1"/>
          </a:fontRef>
        </p:style>
      </p:cxnSp>
      <p:cxnSp>
        <p:nvCxnSpPr>
          <p:cNvPr id="13" name="Google Shape;631;p51">
            <a:extLst>
              <a:ext uri="{CDE0E7C4-381D-4EBA-AD91-ECC0F47519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2012E8-25AA-43E7-BE2D-FB38D8725B4A}"/>
              </a:ext>
            </a:extLst>
          </p:cNvPr>
          <p:cNvCxnSpPr>
            <a:stCxn id="6" idx="3"/>
            <a:endCxn id="9" idx="1"/>
          </p:cNvCxnSpPr>
          <p:nvPr/>
        </p:nvCxnSpPr>
        <p:spPr>
          <a:xfrm>
            <a:off x="2182322" y="2819634"/>
            <a:ext cx="702553" cy="361462"/>
          </a:xfrm>
          <a:prstGeom prst="bentConnector3">
            <a:avLst>
              <a:gd name="adj1" fmla="val 50000"/>
            </a:avLst>
          </a:prstGeom>
          <a:ln/>
        </p:spPr>
        <p:style>
          <a:lnRef idx="2">
            <a:schemeClr val="dk1"/>
          </a:lnRef>
          <a:fillRef idx="0">
            <a:schemeClr val="dk1"/>
          </a:fillRef>
          <a:effectRef idx="0">
            <a:schemeClr val="accent1"/>
          </a:effectRef>
          <a:fontRef idx="minor">
            <a:schemeClr val="tx1"/>
          </a:fontRef>
        </p:style>
      </p:cxnSp>
      <p:cxnSp>
        <p:nvCxnSpPr>
          <p:cNvPr id="14" name="Google Shape;632;p51">
            <a:extLst>
              <a:ext uri="{5021F720-94FC-4AEC-B5AC-715EE62EEBE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D47398-FDAC-4A20-A474-2908D5C9C56A}"/>
              </a:ext>
            </a:extLst>
          </p:cNvPr>
          <p:cNvCxnSpPr>
            <a:stCxn id="6" idx="3"/>
            <a:endCxn id="10" idx="1"/>
          </p:cNvCxnSpPr>
          <p:nvPr/>
        </p:nvCxnSpPr>
        <p:spPr>
          <a:xfrm>
            <a:off x="2182322" y="2819634"/>
            <a:ext cx="702552" cy="1271309"/>
          </a:xfrm>
          <a:prstGeom prst="bentConnector3">
            <a:avLst>
              <a:gd name="adj1" fmla="val 50000"/>
            </a:avLst>
          </a:prstGeom>
          <a:ln/>
        </p:spPr>
        <p:style>
          <a:lnRef idx="2">
            <a:schemeClr val="dk1"/>
          </a:lnRef>
          <a:fillRef idx="0">
            <a:schemeClr val="dk1"/>
          </a:fillRef>
          <a:effectRef idx="0">
            <a:schemeClr val="accent1"/>
          </a:effectRef>
          <a:fontRef idx="minor">
            <a:schemeClr val="tx1"/>
          </a:fontRef>
        </p:style>
      </p:cxnSp>
      <p:grpSp>
        <p:nvGrpSpPr>
          <p:cNvPr id="15" name="Google Shape;633;p51">
            <a:extLst>
              <a:ext uri="{10DA0B71-04B4-4460-BA3C-973FBB1539B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1EFA9EF-FCC2-44A8-B29B-03014A54290C}"/>
              </a:ext>
            </a:extLst>
          </p:cNvPr>
          <p:cNvGrpSpPr/>
          <p:nvPr/>
        </p:nvGrpSpPr>
        <p:grpSpPr>
          <a:xfrm>
            <a:off x="1095869" y="1996617"/>
            <a:ext cx="514759" cy="516741"/>
            <a:chOff x="1751813" y="2520150"/>
            <a:chExt cx="343699" cy="345000"/>
          </a:xfrm>
        </p:grpSpPr>
        <p:sp>
          <p:nvSpPr>
            <p:cNvPr id="16" name="Google Shape;634;p51">
              <a:extLst>
                <a:ext uri="{B876D8B4-AFC4-4B40-AF65-6932C2918C3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7CD6B42-6430-4633-9D1F-7ACBDEDAA447}"/>
                </a:ext>
              </a:extLst>
            </p:cNvPr>
            <p:cNvSpPr/>
            <p:nvPr/>
          </p:nvSpPr>
          <p:spPr>
            <a:xfrm>
              <a:off x="1949413" y="2527850"/>
              <a:ext cx="14900" cy="328849"/>
            </a:xfrm>
            <a:custGeom>
              <a:avLst/>
              <a:gdLst/>
              <a:ahLst/>
              <a:cxnLst/>
              <a:rect l="0" t="0" r="r" b="b"/>
              <a:pathLst>
                <a:path w="596" h="13154">
                  <a:moveTo>
                    <a:pt x="0" y="0"/>
                  </a:moveTo>
                  <a:lnTo>
                    <a:pt x="0" y="13153"/>
                  </a:lnTo>
                  <a:lnTo>
                    <a:pt x="595" y="13153"/>
                  </a:lnTo>
                  <a:lnTo>
                    <a:pt x="595" y="0"/>
                  </a:lnTo>
                  <a:close/>
                </a:path>
              </a:pathLst>
            </a:custGeom>
            <a:solidFill>
              <a:srgbClr val="B2B2B2"/>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17" name="Google Shape;635;p51">
              <a:extLst>
                <a:ext uri="{17FB3909-9186-4372-A7FE-63E774ABD0E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1B12F0-21A0-4928-957F-6CE2A483E601}"/>
                </a:ext>
              </a:extLst>
            </p:cNvPr>
            <p:cNvSpPr/>
            <p:nvPr/>
          </p:nvSpPr>
          <p:spPr>
            <a:xfrm>
              <a:off x="1905587" y="2527850"/>
              <a:ext cx="14900" cy="329875"/>
            </a:xfrm>
            <a:custGeom>
              <a:avLst/>
              <a:gdLst/>
              <a:ahLst/>
              <a:cxnLst/>
              <a:rect l="0" t="0" r="r" b="b"/>
              <a:pathLst>
                <a:path w="596" h="13195">
                  <a:moveTo>
                    <a:pt x="0" y="0"/>
                  </a:moveTo>
                  <a:lnTo>
                    <a:pt x="0" y="13194"/>
                  </a:lnTo>
                  <a:lnTo>
                    <a:pt x="595" y="13194"/>
                  </a:lnTo>
                  <a:lnTo>
                    <a:pt x="595" y="0"/>
                  </a:lnTo>
                  <a:close/>
                </a:path>
              </a:pathLst>
            </a:custGeom>
            <a:solidFill>
              <a:srgbClr val="B2B2B2"/>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18" name="Google Shape;636;p51">
              <a:extLst>
                <a:ext uri="{361E55F3-0742-4C8A-84A5-CF46BD2BF0A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1F95DFC-DFC4-4547-8203-B0FD228DB55F}"/>
                </a:ext>
              </a:extLst>
            </p:cNvPr>
            <p:cNvSpPr/>
            <p:nvPr/>
          </p:nvSpPr>
          <p:spPr>
            <a:xfrm>
              <a:off x="2044238" y="2575774"/>
              <a:ext cx="43850" cy="14900"/>
            </a:xfrm>
            <a:custGeom>
              <a:avLst/>
              <a:gdLst/>
              <a:ahLst/>
              <a:cxnLst/>
              <a:rect l="0" t="0" r="r" b="b"/>
              <a:pathLst>
                <a:path w="1754" h="596">
                  <a:moveTo>
                    <a:pt x="1" y="0"/>
                  </a:moveTo>
                  <a:lnTo>
                    <a:pt x="1" y="595"/>
                  </a:lnTo>
                  <a:lnTo>
                    <a:pt x="1754" y="595"/>
                  </a:lnTo>
                  <a:lnTo>
                    <a:pt x="1754" y="0"/>
                  </a:lnTo>
                  <a:close/>
                </a:path>
              </a:pathLst>
            </a:custGeom>
            <a:solidFill>
              <a:srgbClr val="B2B2B2"/>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19" name="Google Shape;637;p51">
              <a:extLst>
                <a:ext uri="{3E33E8DA-C5EA-4E1F-BFFA-6D7FD06D39F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F884D9-E28B-462F-ACB3-6E5C2CC8CBFC}"/>
                </a:ext>
              </a:extLst>
            </p:cNvPr>
            <p:cNvSpPr/>
            <p:nvPr/>
          </p:nvSpPr>
          <p:spPr>
            <a:xfrm>
              <a:off x="1751813" y="2520150"/>
              <a:ext cx="256325" cy="345000"/>
            </a:xfrm>
            <a:custGeom>
              <a:avLst/>
              <a:gdLst/>
              <a:ahLst/>
              <a:cxnLst/>
              <a:rect l="0" t="0" r="r" b="b"/>
              <a:pathLst>
                <a:path w="10253" h="13800">
                  <a:moveTo>
                    <a:pt x="9135" y="606"/>
                  </a:moveTo>
                  <a:cubicBezTo>
                    <a:pt x="9442" y="606"/>
                    <a:pt x="9647" y="862"/>
                    <a:pt x="9647" y="1118"/>
                  </a:cubicBezTo>
                  <a:lnTo>
                    <a:pt x="9647" y="12692"/>
                  </a:lnTo>
                  <a:cubicBezTo>
                    <a:pt x="9647" y="12990"/>
                    <a:pt x="9442" y="13205"/>
                    <a:pt x="9135" y="13205"/>
                  </a:cubicBezTo>
                  <a:lnTo>
                    <a:pt x="595" y="13205"/>
                  </a:lnTo>
                  <a:lnTo>
                    <a:pt x="595" y="606"/>
                  </a:lnTo>
                  <a:close/>
                  <a:moveTo>
                    <a:pt x="298" y="1"/>
                  </a:moveTo>
                  <a:cubicBezTo>
                    <a:pt x="124" y="1"/>
                    <a:pt x="1" y="134"/>
                    <a:pt x="1" y="308"/>
                  </a:cubicBezTo>
                  <a:lnTo>
                    <a:pt x="1" y="13502"/>
                  </a:lnTo>
                  <a:cubicBezTo>
                    <a:pt x="1" y="13676"/>
                    <a:pt x="124" y="13799"/>
                    <a:pt x="298" y="13799"/>
                  </a:cubicBezTo>
                  <a:lnTo>
                    <a:pt x="9135" y="13799"/>
                  </a:lnTo>
                  <a:cubicBezTo>
                    <a:pt x="9740" y="13799"/>
                    <a:pt x="10252" y="13287"/>
                    <a:pt x="10252" y="12692"/>
                  </a:cubicBezTo>
                  <a:lnTo>
                    <a:pt x="10252" y="1118"/>
                  </a:lnTo>
                  <a:cubicBezTo>
                    <a:pt x="10252" y="513"/>
                    <a:pt x="9740" y="1"/>
                    <a:pt x="9135" y="1"/>
                  </a:cubicBezTo>
                  <a:close/>
                </a:path>
              </a:pathLst>
            </a:custGeom>
            <a:solidFill>
              <a:srgbClr val="333333"/>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20" name="Google Shape;638;p51">
              <a:extLst>
                <a:ext uri="{D6D581D8-E6F3-47B1-960F-928C4DE3F6E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004B1B5-D7D2-4E2B-BE87-21636F7F726B}"/>
                </a:ext>
              </a:extLst>
            </p:cNvPr>
            <p:cNvSpPr/>
            <p:nvPr/>
          </p:nvSpPr>
          <p:spPr>
            <a:xfrm>
              <a:off x="2036813" y="2521350"/>
              <a:ext cx="58700" cy="343800"/>
            </a:xfrm>
            <a:custGeom>
              <a:avLst/>
              <a:gdLst/>
              <a:ahLst/>
              <a:cxnLst/>
              <a:rect l="0" t="0" r="r" b="b"/>
              <a:pathLst>
                <a:path w="2348" h="13752">
                  <a:moveTo>
                    <a:pt x="1170" y="594"/>
                  </a:moveTo>
                  <a:cubicBezTo>
                    <a:pt x="1193" y="594"/>
                    <a:pt x="1217" y="596"/>
                    <a:pt x="1241" y="599"/>
                  </a:cubicBezTo>
                  <a:cubicBezTo>
                    <a:pt x="1538" y="599"/>
                    <a:pt x="1753" y="855"/>
                    <a:pt x="1753" y="1152"/>
                  </a:cubicBezTo>
                  <a:lnTo>
                    <a:pt x="1753" y="12214"/>
                  </a:lnTo>
                  <a:lnTo>
                    <a:pt x="1159" y="12942"/>
                  </a:lnTo>
                  <a:lnTo>
                    <a:pt x="605" y="12214"/>
                  </a:lnTo>
                  <a:lnTo>
                    <a:pt x="605" y="1152"/>
                  </a:lnTo>
                  <a:cubicBezTo>
                    <a:pt x="605" y="838"/>
                    <a:pt x="862" y="594"/>
                    <a:pt x="1170" y="594"/>
                  </a:cubicBezTo>
                  <a:close/>
                  <a:moveTo>
                    <a:pt x="1211" y="1"/>
                  </a:moveTo>
                  <a:cubicBezTo>
                    <a:pt x="1180" y="1"/>
                    <a:pt x="1149" y="2"/>
                    <a:pt x="1118" y="4"/>
                  </a:cubicBezTo>
                  <a:cubicBezTo>
                    <a:pt x="472" y="4"/>
                    <a:pt x="0" y="517"/>
                    <a:pt x="0" y="1152"/>
                  </a:cubicBezTo>
                  <a:lnTo>
                    <a:pt x="0" y="12347"/>
                  </a:lnTo>
                  <a:cubicBezTo>
                    <a:pt x="0" y="12388"/>
                    <a:pt x="0" y="12470"/>
                    <a:pt x="41" y="12511"/>
                  </a:cubicBezTo>
                  <a:lnTo>
                    <a:pt x="943" y="13628"/>
                  </a:lnTo>
                  <a:cubicBezTo>
                    <a:pt x="984" y="13710"/>
                    <a:pt x="1066" y="13751"/>
                    <a:pt x="1159" y="13751"/>
                  </a:cubicBezTo>
                  <a:cubicBezTo>
                    <a:pt x="1241" y="13751"/>
                    <a:pt x="1323" y="13710"/>
                    <a:pt x="1415" y="13628"/>
                  </a:cubicBezTo>
                  <a:lnTo>
                    <a:pt x="2266" y="12511"/>
                  </a:lnTo>
                  <a:cubicBezTo>
                    <a:pt x="2307" y="12470"/>
                    <a:pt x="2348" y="12388"/>
                    <a:pt x="2348" y="12347"/>
                  </a:cubicBezTo>
                  <a:lnTo>
                    <a:pt x="2348" y="1152"/>
                  </a:lnTo>
                  <a:cubicBezTo>
                    <a:pt x="2348" y="497"/>
                    <a:pt x="1844" y="1"/>
                    <a:pt x="1211" y="1"/>
                  </a:cubicBezTo>
                  <a:close/>
                </a:path>
              </a:pathLst>
            </a:custGeom>
            <a:solidFill>
              <a:srgbClr val="333333"/>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21" name="Google Shape;639;p51">
              <a:extLst>
                <a:ext uri="{AC70BE86-8D04-4930-899D-0AD077684FA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916381-FC63-40AB-BFED-818C9E2E458E}"/>
                </a:ext>
              </a:extLst>
            </p:cNvPr>
            <p:cNvSpPr/>
            <p:nvPr/>
          </p:nvSpPr>
          <p:spPr>
            <a:xfrm>
              <a:off x="1795638" y="2564999"/>
              <a:ext cx="70500" cy="15150"/>
            </a:xfrm>
            <a:custGeom>
              <a:avLst/>
              <a:gdLst/>
              <a:ahLst/>
              <a:cxnLst/>
              <a:rect l="0" t="0" r="r" b="b"/>
              <a:pathLst>
                <a:path w="2820" h="606">
                  <a:moveTo>
                    <a:pt x="339" y="1"/>
                  </a:moveTo>
                  <a:cubicBezTo>
                    <a:pt x="124" y="1"/>
                    <a:pt x="1" y="175"/>
                    <a:pt x="42" y="349"/>
                  </a:cubicBezTo>
                  <a:cubicBezTo>
                    <a:pt x="42" y="472"/>
                    <a:pt x="165" y="606"/>
                    <a:pt x="339" y="606"/>
                  </a:cubicBezTo>
                  <a:lnTo>
                    <a:pt x="2512" y="606"/>
                  </a:lnTo>
                  <a:cubicBezTo>
                    <a:pt x="2686" y="606"/>
                    <a:pt x="2820" y="431"/>
                    <a:pt x="2820" y="257"/>
                  </a:cubicBezTo>
                  <a:cubicBezTo>
                    <a:pt x="2769" y="93"/>
                    <a:pt x="2645" y="1"/>
                    <a:pt x="2512" y="1"/>
                  </a:cubicBezTo>
                  <a:close/>
                </a:path>
              </a:pathLst>
            </a:custGeom>
            <a:solidFill>
              <a:srgbClr val="333333"/>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22" name="Google Shape;640;p51">
              <a:extLst>
                <a:ext uri="{24A1F963-2841-4753-A0F6-5C20F3DD787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06FC32-5E21-4E24-B59C-028D59D5B7A4}"/>
                </a:ext>
              </a:extLst>
            </p:cNvPr>
            <p:cNvSpPr/>
            <p:nvPr/>
          </p:nvSpPr>
          <p:spPr>
            <a:xfrm>
              <a:off x="1795638" y="2608825"/>
              <a:ext cx="48975" cy="15150"/>
            </a:xfrm>
            <a:custGeom>
              <a:avLst/>
              <a:gdLst/>
              <a:ahLst/>
              <a:cxnLst/>
              <a:rect l="0" t="0" r="r" b="b"/>
              <a:pathLst>
                <a:path w="1959" h="606">
                  <a:moveTo>
                    <a:pt x="339" y="1"/>
                  </a:moveTo>
                  <a:cubicBezTo>
                    <a:pt x="124" y="1"/>
                    <a:pt x="1" y="175"/>
                    <a:pt x="42" y="349"/>
                  </a:cubicBezTo>
                  <a:cubicBezTo>
                    <a:pt x="42" y="472"/>
                    <a:pt x="165" y="606"/>
                    <a:pt x="339" y="606"/>
                  </a:cubicBezTo>
                  <a:lnTo>
                    <a:pt x="1620" y="606"/>
                  </a:lnTo>
                  <a:cubicBezTo>
                    <a:pt x="1795" y="606"/>
                    <a:pt x="1959" y="431"/>
                    <a:pt x="1918" y="257"/>
                  </a:cubicBezTo>
                  <a:cubicBezTo>
                    <a:pt x="1918" y="93"/>
                    <a:pt x="1743" y="1"/>
                    <a:pt x="1620" y="1"/>
                  </a:cubicBezTo>
                  <a:close/>
                </a:path>
              </a:pathLst>
            </a:custGeom>
            <a:solidFill>
              <a:srgbClr val="333333"/>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sp>
        <p:nvSpPr>
          <p:cNvPr id="23" name="Google Shape;625;p51">
            <a:extLst>
              <a:ext uri="{3D6FE138-A991-4288-BF82-CAE4EF2E8CC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9C6A8A-A265-4BF8-B536-5CFD272C5A2B}"/>
              </a:ext>
            </a:extLst>
          </p:cNvPr>
          <p:cNvSpPr txBox="1"/>
          <p:nvPr/>
        </p:nvSpPr>
        <p:spPr>
          <a:xfrm>
            <a:off x="2877359" y="550470"/>
            <a:ext cx="2113749" cy="418180"/>
          </a:xfrm>
          <a:prstGeom prst="rect">
            <a:avLst/>
          </a:prstGeom>
          <a:solidFill>
            <a:schemeClr val="dk1"/>
          </a:solidFill>
          <a:ln>
            <a:noFill/>
          </a:ln>
        </p:spPr>
        <p:txBody>
          <a:bodyPr spcFirstLastPara="1" wrap="square" lIns="91425" tIns="91425" rIns="91425" bIns="91425" rtlCol="0" anchor="ctr">
            <a:noAutofit/>
          </a:bodyPr>
          <a:lstStyle/>
          <a:p>
            <a:pPr marL="0" lvl="0" indent="0" algn="l" rtl="0">
              <a:lnSpc>
                <a:spcPct val="115000"/>
              </a:lnSpc>
              <a:spcBef>
                <a:spcPts val="0"/>
              </a:spcBef>
              <a:spcAft>
                <a:spcPts val="0"/>
              </a:spcAft>
              <a:buNone/>
            </a:pPr>
            <a:r>
              <a:rPr lang="en-IN" sz="1500" b="1" dirty="0">
                <a:solidFill>
                  <a:schemeClr val="lt1"/>
                </a:solidFill>
                <a:latin typeface="Figtree-black"/>
              </a:rPr>
              <a:t>CO</a:t>
            </a:r>
            <a:r>
              <a:rPr lang="en-IN" sz="1500" b="1" baseline="-25000" dirty="0">
                <a:solidFill>
                  <a:schemeClr val="lt1"/>
                </a:solidFill>
                <a:latin typeface="Figtree-black"/>
              </a:rPr>
              <a:t>2</a:t>
            </a:r>
            <a:r>
              <a:rPr lang="en-IN" sz="1500" b="1" dirty="0">
                <a:solidFill>
                  <a:schemeClr val="lt1"/>
                </a:solidFill>
                <a:latin typeface="Figtree-black"/>
              </a:rPr>
              <a:t> Emissions</a:t>
            </a:r>
          </a:p>
        </p:txBody>
      </p:sp>
      <p:cxnSp>
        <p:nvCxnSpPr>
          <p:cNvPr id="24" name="Straight Connector 37">
            <a:extLst>
              <a:ext uri="{27BBFAB3-84A1-4A76-BF62-49AA5A51C5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09DE34A-E71D-4F41-A1F5-126666A2DFED}"/>
              </a:ext>
            </a:extLst>
          </p:cNvPr>
          <p:cNvCxnSpPr/>
          <p:nvPr/>
        </p:nvCxnSpPr>
        <p:spPr>
          <a:xfrm>
            <a:off x="2529840" y="754380"/>
            <a:ext cx="0" cy="747969"/>
          </a:xfrm>
          <a:prstGeom prst="line">
            <a:avLst/>
          </a:prstGeom>
        </p:spPr>
        <p:style>
          <a:lnRef idx="2">
            <a:schemeClr val="dk1"/>
          </a:lnRef>
          <a:fillRef idx="0">
            <a:schemeClr val="dk1"/>
          </a:fillRef>
          <a:effectRef idx="0">
            <a:schemeClr val="accent1"/>
          </a:effectRef>
          <a:fontRef idx="minor">
            <a:schemeClr val="tx1"/>
          </a:fontRef>
        </p:style>
      </p:cxnSp>
      <p:cxnSp>
        <p:nvCxnSpPr>
          <p:cNvPr id="25" name="Straight Connector 42">
            <a:extLst>
              <a:ext uri="{93039AD7-E658-4736-BFD4-E0EE8D01D48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78DF84-E72B-40CE-95B2-10682D986A14}"/>
              </a:ext>
            </a:extLst>
          </p:cNvPr>
          <p:cNvCxnSpPr>
            <a:endCxn id="23" idx="1"/>
          </p:cNvCxnSpPr>
          <p:nvPr/>
        </p:nvCxnSpPr>
        <p:spPr>
          <a:xfrm>
            <a:off x="2529840" y="759560"/>
            <a:ext cx="347519" cy="0"/>
          </a:xfrm>
          <a:prstGeom prst="line">
            <a:avLst/>
          </a:prstGeom>
        </p:spPr>
        <p:style>
          <a:lnRef idx="2">
            <a:schemeClr val="dk1"/>
          </a:lnRef>
          <a:fillRef idx="0">
            <a:schemeClr val="dk1"/>
          </a:fillRef>
          <a:effectRef idx="0">
            <a:schemeClr val="accent1"/>
          </a:effectRef>
          <a:fontRef idx="minor">
            <a:schemeClr val="tx1"/>
          </a:fontRef>
        </p:style>
      </p:cxnSp>
      <p:sp>
        <p:nvSpPr>
          <p:cNvPr id="26" name="Google Shape;620;p51">
            <a:extLst>
              <a:ext uri="{92B7CA82-58F2-4F0C-895E-EF8972B781F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2B63BB-8133-4236-81C3-9BB0496D7BE1}"/>
              </a:ext>
            </a:extLst>
          </p:cNvPr>
          <p:cNvSpPr txBox="1"/>
          <p:nvPr/>
        </p:nvSpPr>
        <p:spPr>
          <a:xfrm>
            <a:off x="5158740" y="488404"/>
            <a:ext cx="3424386" cy="509623"/>
          </a:xfrm>
          <a:prstGeom prst="rect">
            <a:avLst/>
          </a:prstGeom>
          <a:noFill/>
          <a:ln>
            <a:noFill/>
          </a:ln>
        </p:spPr>
        <p:txBody>
          <a:bodyPr spcFirstLastPara="1" wrap="square" lIns="91425" tIns="91425" rIns="91425" bIns="91425" rtlCol="0" anchor="ctr">
            <a:noAutofit/>
          </a:bodyPr>
          <a:lstStyle/>
          <a:p>
            <a:pPr marL="285750" lvl="0" indent="-285750" algn="l" rtl="0">
              <a:lnSpc>
                <a:spcPct val="115000"/>
              </a:lnSpc>
              <a:spcBef>
                <a:spcPts val="0"/>
              </a:spcBef>
              <a:spcAft>
                <a:spcPts val="0"/>
              </a:spcAft>
              <a:buChar char="•"/>
            </a:pPr>
            <a:r>
              <a:rPr lang="en-US" dirty="0">
                <a:solidFill>
                  <a:schemeClr val="dk1"/>
                </a:solidFill>
                <a:latin typeface="Hanken Grotesk"/>
              </a:rPr>
              <a:t>CO</a:t>
            </a:r>
            <a:r>
              <a:rPr lang="en-US" baseline="-25000" dirty="0">
                <a:solidFill>
                  <a:schemeClr val="dk1"/>
                </a:solidFill>
                <a:latin typeface="Hanken Grotesk"/>
              </a:rPr>
              <a:t>2</a:t>
            </a:r>
            <a:r>
              <a:rPr lang="en-US" dirty="0">
                <a:solidFill>
                  <a:schemeClr val="dk1"/>
                </a:solidFill>
                <a:latin typeface="Hanken Grotesk"/>
              </a:rPr>
              <a:t> Emissions </a:t>
            </a:r>
            <a:r>
              <a:rPr lang="en-US">
                <a:solidFill>
                  <a:schemeClr val="dk1"/>
                </a:solidFill>
                <a:latin typeface="Hanken Grotesk"/>
              </a:rPr>
              <a:t>from Coal</a:t>
            </a:r>
            <a:endParaRPr lang="en-US" dirty="0">
              <a:solidFill>
                <a:schemeClr val="dk1"/>
              </a:solidFill>
              <a:latin typeface="Hanken Grotesk"/>
            </a:endParaRPr>
          </a:p>
        </p:txBody>
      </p:sp>
    </p:spTree>
    <p:extLst>
      <p:ext uri="{E13A6D0C-7624-48BB-8DCD-C03F27CC7BF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A5C7F-7192-F2EF-1016-E7595DB14171}"/>
            </a:ext>
          </a:extLst>
        </p:cNvPr>
        <p:cNvGrpSpPr/>
        <p:nvPr/>
      </p:nvGrpSpPr>
      <p:grpSpPr>
        <a:xfrm>
          <a:off x="0" y="0"/>
          <a:ext cx="0" cy="0"/>
          <a:chOff x="0" y="0"/>
          <a:chExt cx="0" cy="0"/>
        </a:xfrm>
      </p:grpSpPr>
      <p:sp>
        <p:nvSpPr>
          <p:cNvPr id="2" name="Google Shape;414;p43">
            <a:extLst>
              <a:ext uri="{FF2B5EF4-FFF2-40B4-BE49-F238E27FC236}">
                <a16:creationId xmlns:a16="http://schemas.microsoft.com/office/drawing/2014/main" id="{8E0901C0-54DF-E8CA-97B0-5281D1EF0BA3}"/>
              </a:ext>
              <a:ext uri="{F0EBC82C-1659-4FB1-A0E9-F3EAAC4EA5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470308-9E3B-4BED-9A1D-0A625865CBB3}"/>
              </a:ext>
            </a:extLst>
          </p:cNvPr>
          <p:cNvSpPr>
            <a:spLocks noGrp="1"/>
          </p:cNvSpPr>
          <p:nvPr>
            <p:ph type="title" idx="10"/>
          </p:nvPr>
        </p:nvSpPr>
        <p:spPr>
          <a:xfrm>
            <a:off x="1680116" y="735980"/>
            <a:ext cx="5819433" cy="512957"/>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IN" sz="3600" dirty="0"/>
              <a:t>Introduction</a:t>
            </a:r>
          </a:p>
        </p:txBody>
      </p:sp>
      <p:sp>
        <p:nvSpPr>
          <p:cNvPr id="3" name="TextBox 1">
            <a:extLst>
              <a:ext uri="{FF2B5EF4-FFF2-40B4-BE49-F238E27FC236}">
                <a16:creationId xmlns:a16="http://schemas.microsoft.com/office/drawing/2014/main" id="{B894CC56-36C5-19D7-36A9-01AEE51D16FF}"/>
              </a:ext>
              <a:ext uri="{AEDA5109-FDD1-4AC6-A734-2AEFF9AEFA3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0323FA-EC19-4127-ACA8-D5F54870A9B0}"/>
              </a:ext>
            </a:extLst>
          </p:cNvPr>
          <p:cNvSpPr txBox="1"/>
          <p:nvPr/>
        </p:nvSpPr>
        <p:spPr>
          <a:xfrm>
            <a:off x="1144859" y="1553737"/>
            <a:ext cx="6861717" cy="2462213"/>
          </a:xfrm>
          <a:prstGeom prst="rect">
            <a:avLst/>
          </a:prstGeom>
          <a:noFill/>
        </p:spPr>
        <p:txBody>
          <a:bodyPr wrap="square" rtlCol="0">
            <a:spAutoFit/>
          </a:bodyPr>
          <a:lstStyle/>
          <a:p>
            <a:r>
              <a:rPr lang="en-US" dirty="0"/>
              <a:t>🛢️🔥 </a:t>
            </a:r>
            <a:r>
              <a:rPr lang="en-US" b="1" dirty="0">
                <a:latin typeface="+mj-lt"/>
              </a:rPr>
              <a:t>CO₂ Emissions from Coal</a:t>
            </a:r>
            <a:br>
              <a:rPr lang="en-US" dirty="0"/>
            </a:br>
            <a:r>
              <a:rPr lang="en-US" i="1" dirty="0"/>
              <a:t>This study looks at how much carbon dioxide (CO₂) the U.S. releases from using coal.</a:t>
            </a:r>
          </a:p>
          <a:p>
            <a:endParaRPr lang="en-US" i="1" dirty="0"/>
          </a:p>
          <a:p>
            <a:pPr>
              <a:buNone/>
            </a:pPr>
            <a:r>
              <a:rPr lang="en-US" dirty="0"/>
              <a:t>📊📉 </a:t>
            </a:r>
            <a:r>
              <a:rPr lang="en-US" b="1" dirty="0">
                <a:latin typeface="+mj-lt"/>
              </a:rPr>
              <a:t>Three Methods to Study the Data</a:t>
            </a:r>
          </a:p>
          <a:p>
            <a:pPr>
              <a:buChar char="•"/>
            </a:pPr>
            <a:r>
              <a:rPr lang="en-US" b="1" dirty="0">
                <a:latin typeface="+mj-lt"/>
              </a:rPr>
              <a:t>ARIMA</a:t>
            </a:r>
            <a:r>
              <a:rPr lang="en-US" dirty="0"/>
              <a:t> (a statistical model to find patterns over time)</a:t>
            </a:r>
          </a:p>
          <a:p>
            <a:pPr>
              <a:buChar char="•"/>
            </a:pPr>
            <a:r>
              <a:rPr lang="en-US" b="1" dirty="0">
                <a:latin typeface="+mj-lt"/>
              </a:rPr>
              <a:t>NNAR</a:t>
            </a:r>
            <a:r>
              <a:rPr lang="en-US" dirty="0"/>
              <a:t> (a neural network that improves predictions)</a:t>
            </a:r>
          </a:p>
          <a:p>
            <a:pPr>
              <a:buChar char="•"/>
            </a:pPr>
            <a:r>
              <a:rPr lang="en-US" b="1" dirty="0"/>
              <a:t>Hybrid ARIMA-NNAR </a:t>
            </a:r>
            <a:r>
              <a:rPr lang="en-US" dirty="0"/>
              <a:t>Model</a:t>
            </a:r>
          </a:p>
          <a:p>
            <a:endParaRPr lang="en-US" dirty="0"/>
          </a:p>
          <a:p>
            <a:r>
              <a:rPr lang="en-US" dirty="0"/>
              <a:t>🔮🌍 </a:t>
            </a:r>
            <a:r>
              <a:rPr lang="en-US" b="1" dirty="0">
                <a:latin typeface="+mj-lt"/>
              </a:rPr>
              <a:t>Why It Matters</a:t>
            </a:r>
            <a:br>
              <a:rPr lang="en-US" dirty="0"/>
            </a:br>
            <a:r>
              <a:rPr lang="en-US" i="1" dirty="0"/>
              <a:t>To predict future emissions and understand how they might affect the environment.</a:t>
            </a:r>
          </a:p>
        </p:txBody>
      </p:sp>
    </p:spTree>
    <p:extLst>
      <p:ext uri="{BB962C8B-B14F-4D97-AF65-F5344CB8AC3E}">
        <p14:creationId xmlns:p14="http://schemas.microsoft.com/office/powerpoint/2010/main" val="4216750966"/>
      </p:ext>
      <p:ext uri="{7978627B-9EC0-4C51-97B4-8D541B3B8EF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Google Shape;329;p36">
            <a:extLst>
              <a:ext uri="{6810650F-9596-4E9F-841F-C6324941F8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2FC29E3-6194-4AA9-A1D1-B7329CEFD163}"/>
              </a:ext>
            </a:extLst>
          </p:cNvPr>
          <p:cNvSpPr>
            <a:spLocks noGrp="1"/>
          </p:cNvSpPr>
          <p:nvPr>
            <p:ph type="title"/>
          </p:nvPr>
        </p:nvSpPr>
        <p:spPr>
          <a:xfrm>
            <a:off x="1097528" y="750850"/>
            <a:ext cx="5067600" cy="698810"/>
          </a:xfrm>
          <a:prstGeom prst="rect">
            <a:avLst/>
          </a:prstGeom>
        </p:spPr>
        <p:txBody>
          <a:bodyPr spcFirstLastPara="1" wrap="square" lIns="91425" tIns="91425" rIns="91425" bIns="91425" rtlCol="0" anchor="b">
            <a:noAutofit/>
          </a:bodyPr>
          <a:lstStyle/>
          <a:p>
            <a:pPr marL="0" lvl="0" indent="0" algn="l" rtl="0">
              <a:spcBef>
                <a:spcPts val="0"/>
              </a:spcBef>
              <a:spcAft>
                <a:spcPts val="0"/>
              </a:spcAft>
              <a:buNone/>
            </a:pPr>
            <a:r>
              <a:rPr lang="en-IN" sz="3600" dirty="0"/>
              <a:t>Study Objectives</a:t>
            </a:r>
          </a:p>
        </p:txBody>
      </p:sp>
      <p:sp>
        <p:nvSpPr>
          <p:cNvPr id="3" name="Google Shape;330;p36">
            <a:extLst>
              <a:ext uri="{7B965B26-BF3D-468B-B024-6FBC50B37FF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1694699-8C18-4EBE-805C-EC7C1FB07240}"/>
              </a:ext>
            </a:extLst>
          </p:cNvPr>
          <p:cNvSpPr>
            <a:spLocks noGrp="1"/>
          </p:cNvSpPr>
          <p:nvPr>
            <p:ph type="subTitle" idx="2"/>
          </p:nvPr>
        </p:nvSpPr>
        <p:spPr>
          <a:xfrm>
            <a:off x="973874" y="1449661"/>
            <a:ext cx="7166516" cy="1716690"/>
          </a:xfrm>
          <a:prstGeom prst="rect">
            <a:avLst/>
          </a:prstGeom>
        </p:spPr>
        <p:txBody>
          <a:bodyPr spcFirstLastPara="1" wrap="square" lIns="91425" tIns="91425" rIns="91425" bIns="91425" rtlCol="0" anchor="t">
            <a:noAutofit/>
          </a:bodyPr>
          <a:lstStyle/>
          <a:p>
            <a:pPr marL="0" lvl="0" indent="0" algn="l" rtl="0">
              <a:spcBef>
                <a:spcPts val="0"/>
              </a:spcBef>
              <a:spcAft>
                <a:spcPts val="0"/>
              </a:spcAft>
              <a:buNone/>
            </a:pPr>
            <a:r>
              <a:rPr lang="en-US" dirty="0"/>
              <a:t>🔍 </a:t>
            </a:r>
            <a:r>
              <a:rPr lang="en-US" b="1" dirty="0">
                <a:latin typeface="Hanken Grotesk"/>
              </a:rPr>
              <a:t>Look at Past CO₂ Emissions</a:t>
            </a:r>
            <a:br>
              <a:rPr lang="en-US" dirty="0"/>
            </a:br>
            <a:r>
              <a:rPr lang="en-US" i="1" dirty="0"/>
              <a:t>We study how much CO₂ came from oil coal in the past.</a:t>
            </a:r>
          </a:p>
          <a:p>
            <a:pPr marL="0" lvl="0" indent="0" algn="l" rtl="0">
              <a:spcBef>
                <a:spcPts val="0"/>
              </a:spcBef>
              <a:spcAft>
                <a:spcPts val="0"/>
              </a:spcAft>
              <a:buNone/>
            </a:pPr>
            <a:endParaRPr lang="en-US" i="1" dirty="0"/>
          </a:p>
          <a:p>
            <a:pPr marL="0" lvl="0" indent="0" algn="l" rtl="0">
              <a:spcBef>
                <a:spcPts val="0"/>
              </a:spcBef>
              <a:spcAft>
                <a:spcPts val="0"/>
              </a:spcAft>
              <a:buNone/>
            </a:pPr>
            <a:r>
              <a:rPr lang="en-US" dirty="0"/>
              <a:t>📈 </a:t>
            </a:r>
            <a:r>
              <a:rPr lang="en-US" b="1" dirty="0">
                <a:latin typeface="Hanken Grotesk"/>
              </a:rPr>
              <a:t>Find Patterns or Cycles</a:t>
            </a:r>
            <a:br>
              <a:rPr lang="en-US" dirty="0"/>
            </a:br>
            <a:r>
              <a:rPr lang="en-US" i="1" dirty="0"/>
              <a:t>We check if emissions follow any trends or seasonal patterns (like going up or down over time)</a:t>
            </a:r>
          </a:p>
          <a:p>
            <a:pPr marL="0" lvl="0" indent="0" algn="l" rtl="0">
              <a:spcBef>
                <a:spcPts val="0"/>
              </a:spcBef>
              <a:spcAft>
                <a:spcPts val="0"/>
              </a:spcAft>
              <a:buNone/>
            </a:pPr>
            <a:endParaRPr lang="en-US" i="1" dirty="0"/>
          </a:p>
          <a:p>
            <a:pPr marL="0" lvl="0" indent="0" algn="l" rtl="0">
              <a:spcBef>
                <a:spcPts val="0"/>
              </a:spcBef>
              <a:spcAft>
                <a:spcPts val="0"/>
              </a:spcAft>
              <a:buNone/>
            </a:pPr>
            <a:r>
              <a:rPr lang="en-US" dirty="0"/>
              <a:t>🔮 </a:t>
            </a:r>
            <a:r>
              <a:rPr lang="en-US" b="1" dirty="0">
                <a:latin typeface="Hanken Grotesk"/>
              </a:rPr>
              <a:t>Predict Future Emissions with ARIMA</a:t>
            </a:r>
            <a:br>
              <a:rPr lang="en-US" dirty="0"/>
            </a:br>
            <a:r>
              <a:rPr lang="en-US" i="1" dirty="0"/>
              <a:t>We use a time series model called ARIMA to forecast what emissions might look like in the future.</a:t>
            </a:r>
          </a:p>
          <a:p>
            <a:pPr marL="0" lvl="0" indent="0" algn="l" rtl="0">
              <a:spcBef>
                <a:spcPts val="0"/>
              </a:spcBef>
              <a:spcAft>
                <a:spcPts val="0"/>
              </a:spcAft>
              <a:buNone/>
            </a:pPr>
            <a:endParaRPr lang="en-US" i="1" dirty="0"/>
          </a:p>
          <a:p>
            <a:pPr marL="0" lvl="0" indent="0" algn="l" rtl="0">
              <a:spcBef>
                <a:spcPts val="0"/>
              </a:spcBef>
              <a:spcAft>
                <a:spcPts val="0"/>
              </a:spcAft>
              <a:buNone/>
            </a:pPr>
            <a:r>
              <a:rPr lang="en-US" dirty="0"/>
              <a:t>🤖 </a:t>
            </a:r>
            <a:r>
              <a:rPr lang="en-US" b="1" dirty="0">
                <a:latin typeface="Hanken Grotesk"/>
              </a:rPr>
              <a:t>Compare Models (ARIMA vs NNAR)</a:t>
            </a:r>
            <a:br>
              <a:rPr lang="en-US" dirty="0"/>
            </a:br>
            <a:r>
              <a:rPr lang="en-US" i="1" dirty="0"/>
              <a:t>We also use a neural network (NNAR),hybrid NNAR-ARIMA model and compare it with ARIMA to see which works better.</a:t>
            </a:r>
          </a:p>
          <a:p>
            <a:pPr marL="0" lvl="0" indent="0" algn="l" rtl="0">
              <a:spcBef>
                <a:spcPts val="0"/>
              </a:spcBef>
              <a:spcAft>
                <a:spcPts val="0"/>
              </a:spcAft>
              <a:buNone/>
            </a:pPr>
            <a:endParaRPr lang="en-US" dirty="0"/>
          </a:p>
        </p:txBody>
      </p:sp>
    </p:spTree>
    <p:extLst>
      <p:ext uri="{8A78DAD8-3ACE-4873-A57D-99F3EE5425A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Google Shape;844;p59">
            <a:extLst>
              <a:ext uri="{138A893A-21E2-4596-9686-1D83AE66D09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800B63E-FD17-4EE1-A92E-5ABCB8967788}"/>
              </a:ext>
            </a:extLst>
          </p:cNvPr>
          <p:cNvSpPr>
            <a:spLocks noGrp="1"/>
          </p:cNvSpPr>
          <p:nvPr>
            <p:ph type="title" idx="10"/>
          </p:nvPr>
        </p:nvSpPr>
        <p:spPr>
          <a:xfrm>
            <a:off x="1471961" y="386577"/>
            <a:ext cx="4571999" cy="564401"/>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dirty="0"/>
              <a:t>CO₂ Emissions from Coal</a:t>
            </a:r>
          </a:p>
        </p:txBody>
      </p:sp>
      <p:sp>
        <p:nvSpPr>
          <p:cNvPr id="3" name="Subtitle 2">
            <a:extLst>
              <a:ext uri="{D577B573-B006-4474-9F80-F90E867B794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0261D7B-62FE-4D76-982A-FFBF7DD9066D}"/>
              </a:ext>
            </a:extLst>
          </p:cNvPr>
          <p:cNvSpPr>
            <a:spLocks noGrp="1" noChangeArrowheads="1"/>
          </p:cNvSpPr>
          <p:nvPr>
            <p:ph type="subTitle" idx="11"/>
          </p:nvPr>
        </p:nvSpPr>
        <p:spPr>
          <a:xfrm>
            <a:off x="394010" y="950978"/>
            <a:ext cx="3978957" cy="3873368"/>
          </a:xfrm>
          <a:prstGeom prst="rect">
            <a:avLst/>
          </a:prstGeom>
          <a:noFill/>
          <a:ln>
            <a:noFill/>
          </a:ln>
        </p:spPr>
        <p:txBody>
          <a:bodyPr vert="horz" wrap="square" lIns="91440" tIns="45720" rIns="91440" bIns="45720" numCol="1" rtlCol="0" anchor="ctr">
            <a:spAutoFit/>
          </a:bodyPr>
          <a:lstStyle/>
          <a:p>
            <a:pPr>
              <a:buChar char="•"/>
            </a:pPr>
            <a:r>
              <a:rPr lang="en-US" sz="1800" dirty="0"/>
              <a:t>Emissions were very low in the late 1800s.</a:t>
            </a:r>
          </a:p>
          <a:p>
            <a:pPr>
              <a:buChar char="•"/>
            </a:pPr>
            <a:r>
              <a:rPr lang="en-US" sz="1800" dirty="0"/>
              <a:t>From around 1900, emissions started to grow steadily.</a:t>
            </a:r>
          </a:p>
          <a:p>
            <a:pPr>
              <a:buChar char="•"/>
            </a:pPr>
            <a:r>
              <a:rPr lang="en-US" sz="1800" dirty="0"/>
              <a:t>Between 1920 and 1950, emissions had some ups and downs but stayed mostly high.</a:t>
            </a:r>
          </a:p>
          <a:p>
            <a:pPr>
              <a:buChar char="•"/>
            </a:pPr>
            <a:r>
              <a:rPr lang="en-US" sz="1800" dirty="0"/>
              <a:t>After 1950, emissions slowly increased again until around 2005.Around 2005, emissions began to decrease noticeably.</a:t>
            </a:r>
          </a:p>
          <a:p>
            <a:pPr marL="0" marR="0" lvl="0" indent="0" algn="l" rtl="0">
              <a:lnSpc>
                <a:spcPct val="100000"/>
              </a:lnSpc>
              <a:spcBef>
                <a:spcPct val="0"/>
              </a:spcBef>
              <a:spcAft>
                <a:spcPct val="0"/>
              </a:spcAft>
            </a:pPr>
            <a:endParaRPr lang="en-US" sz="1800" b="0" i="0" u="none" strike="noStrike" cap="none" baseline="0" dirty="0">
              <a:ln>
                <a:noFill/>
              </a:ln>
              <a:solidFill>
                <a:schemeClr val="tx1"/>
              </a:solidFill>
              <a:latin typeface="Arial"/>
            </a:endParaRPr>
          </a:p>
        </p:txBody>
      </p:sp>
      <p:sp>
        <p:nvSpPr>
          <p:cNvPr id="4" name="TextBox 5">
            <a:extLst>
              <a:ext uri="{52560C0C-3C07-49C4-B866-D0C8487161B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01B8E95-54D9-4F89-A7E9-E92A4B327AAF}"/>
              </a:ext>
            </a:extLst>
          </p:cNvPr>
          <p:cNvSpPr txBox="1"/>
          <p:nvPr/>
        </p:nvSpPr>
        <p:spPr>
          <a:xfrm>
            <a:off x="4661210" y="3293328"/>
            <a:ext cx="3978957" cy="954107"/>
          </a:xfrm>
          <a:prstGeom prst="rect">
            <a:avLst/>
          </a:prstGeom>
          <a:noFill/>
        </p:spPr>
        <p:txBody>
          <a:bodyPr wrap="square" rtlCol="0">
            <a:spAutoFit/>
          </a:bodyPr>
          <a:lstStyle/>
          <a:p>
            <a:r>
              <a:rPr lang="en-US" b="1" dirty="0">
                <a:solidFill>
                  <a:schemeClr val="accent1">
                    <a:lumMod val="50000"/>
                  </a:schemeClr>
                </a:solidFill>
                <a:latin typeface="+mj-lt"/>
              </a:rPr>
              <a:t>Coal CO₂ emissions grew steadily in the early 20th century, stayed high with some fluctuations mid-century, and then started to decrease after 2005.</a:t>
            </a:r>
          </a:p>
        </p:txBody>
      </p:sp>
      <p:pic>
        <p:nvPicPr>
          <p:cNvPr id="5" name="Picture 3">
            <a:extLst>
              <a:ext uri="{8AC52D74-1510-414C-A9BB-8F8949E8A2A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091C1E-6097-4BCA-9611-75ACDCF6512C}"/>
              </a:ext>
            </a:extLst>
          </p:cNvPr>
          <p:cNvPicPr>
            <a:picLocks noChangeAspect="1"/>
          </p:cNvPicPr>
          <p:nvPr/>
        </p:nvPicPr>
        <p:blipFill>
          <a:blip r:embed="rId3"/>
          <a:srcRect t="50000"/>
          <a:stretch>
            <a:fillRect/>
          </a:stretch>
        </p:blipFill>
        <p:spPr>
          <a:xfrm>
            <a:off x="4876800" y="1372913"/>
            <a:ext cx="3382537" cy="1593310"/>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Tree>
    <p:extLst>
      <p:ext uri="{F6E5E03E-60DD-477F-AEA1-1D27E1FD640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E8E0E-73B6-516B-C695-B0342BCB8E8E}"/>
            </a:ext>
          </a:extLst>
        </p:cNvPr>
        <p:cNvGrpSpPr/>
        <p:nvPr/>
      </p:nvGrpSpPr>
      <p:grpSpPr>
        <a:xfrm>
          <a:off x="0" y="0"/>
          <a:ext cx="0" cy="0"/>
          <a:chOff x="0" y="0"/>
          <a:chExt cx="0" cy="0"/>
        </a:xfrm>
      </p:grpSpPr>
      <p:sp>
        <p:nvSpPr>
          <p:cNvPr id="2" name="Google Shape;601;p49">
            <a:extLst>
              <a:ext uri="{FF2B5EF4-FFF2-40B4-BE49-F238E27FC236}">
                <a16:creationId xmlns:a16="http://schemas.microsoft.com/office/drawing/2014/main" id="{04980427-5A39-57C5-470F-5FEFA654C51C}"/>
              </a:ext>
              <a:ext uri="{A4084E78-B75B-4CB1-81DF-24D6F410E2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2873C50-0F83-4354-9E29-B703A1CD23E0}"/>
              </a:ext>
            </a:extLst>
          </p:cNvPr>
          <p:cNvSpPr>
            <a:spLocks noGrp="1"/>
          </p:cNvSpPr>
          <p:nvPr>
            <p:ph type="title" idx="10"/>
          </p:nvPr>
        </p:nvSpPr>
        <p:spPr>
          <a:xfrm>
            <a:off x="988604" y="361950"/>
            <a:ext cx="7442272" cy="655775"/>
          </a:xfrm>
          <a:prstGeom prst="rect">
            <a:avLst/>
          </a:prstGeom>
        </p:spPr>
        <p:txBody>
          <a:bodyPr spcFirstLastPara="1" wrap="square" lIns="91425" tIns="91425" rIns="91425" bIns="91425" rtlCol="0" anchor="t">
            <a:noAutofit/>
          </a:bodyPr>
          <a:lstStyle/>
          <a:p>
            <a:pPr marL="0" lvl="0" indent="0" algn="l" rtl="0">
              <a:spcBef>
                <a:spcPts val="0"/>
              </a:spcBef>
              <a:spcAft>
                <a:spcPts val="0"/>
              </a:spcAft>
              <a:buNone/>
            </a:pPr>
            <a:r>
              <a:rPr lang="en-US" sz="2400" dirty="0"/>
              <a:t>Choosing Best ARIMA Model</a:t>
            </a:r>
          </a:p>
        </p:txBody>
      </p:sp>
      <p:sp>
        <p:nvSpPr>
          <p:cNvPr id="10" name="TextBox 3">
            <a:extLst>
              <a:ext uri="{FF2B5EF4-FFF2-40B4-BE49-F238E27FC236}">
                <a16:creationId xmlns:a16="http://schemas.microsoft.com/office/drawing/2014/main" id="{0826209D-368A-768A-E302-3285D1B28802}"/>
              </a:ext>
              <a:ext uri="{6B432C94-5EC6-4CB6-8928-B6A185812FF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1C70929-14A1-4014-8858-774E302C9184}"/>
              </a:ext>
            </a:extLst>
          </p:cNvPr>
          <p:cNvSpPr txBox="1"/>
          <p:nvPr/>
        </p:nvSpPr>
        <p:spPr>
          <a:xfrm>
            <a:off x="813392" y="4425219"/>
            <a:ext cx="7790984" cy="307777"/>
          </a:xfrm>
          <a:prstGeom prst="rect">
            <a:avLst/>
          </a:prstGeom>
          <a:noFill/>
        </p:spPr>
        <p:txBody>
          <a:bodyPr wrap="square" rtlCol="0">
            <a:spAutoFit/>
          </a:bodyPr>
          <a:lstStyle/>
          <a:p>
            <a:r>
              <a:rPr lang="en-US" dirty="0"/>
              <a:t>ARIMA(3,1,2) best model – lower RMSE/MAE/MAPE and p&gt;0.05</a:t>
            </a:r>
          </a:p>
        </p:txBody>
      </p:sp>
      <p:graphicFrame>
        <p:nvGraphicFramePr>
          <p:cNvPr id="12" name="Table 11">
            <a:extLst>
              <a:ext uri="{FF2B5EF4-FFF2-40B4-BE49-F238E27FC236}">
                <a16:creationId xmlns:a16="http://schemas.microsoft.com/office/drawing/2014/main" id="{C19BE281-5E22-0F74-0992-3B7ACA1CD7D2}"/>
              </a:ext>
            </a:extLst>
          </p:cNvPr>
          <p:cNvGraphicFramePr>
            <a:graphicFrameLocks noGrp="1"/>
          </p:cNvGraphicFramePr>
          <p:nvPr>
            <p:extLst>
              <p:ext uri="{D42A27DB-BD31-4B8C-83A1-F6EECF244321}">
                <p14:modId xmlns:p14="http://schemas.microsoft.com/office/powerpoint/2010/main" val="2268351980"/>
              </p:ext>
            </p:extLst>
          </p:nvPr>
        </p:nvGraphicFramePr>
        <p:xfrm>
          <a:off x="777616" y="953244"/>
          <a:ext cx="7724052" cy="3383280"/>
        </p:xfrm>
        <a:graphic>
          <a:graphicData uri="http://schemas.openxmlformats.org/drawingml/2006/table">
            <a:tbl>
              <a:tblPr firstRow="1" bandRow="1">
                <a:tableStyleId>{5C22544A-7EE6-4342-B048-85BDC9FD1C3A}</a:tableStyleId>
              </a:tblPr>
              <a:tblGrid>
                <a:gridCol w="1287342">
                  <a:extLst>
                    <a:ext uri="{9D8B030D-6E8A-4147-A177-3AD203B41FA5}">
                      <a16:colId xmlns:a16="http://schemas.microsoft.com/office/drawing/2014/main" val="2691642048"/>
                    </a:ext>
                  </a:extLst>
                </a:gridCol>
                <a:gridCol w="1287342">
                  <a:extLst>
                    <a:ext uri="{9D8B030D-6E8A-4147-A177-3AD203B41FA5}">
                      <a16:colId xmlns:a16="http://schemas.microsoft.com/office/drawing/2014/main" val="770208627"/>
                    </a:ext>
                  </a:extLst>
                </a:gridCol>
                <a:gridCol w="1287342">
                  <a:extLst>
                    <a:ext uri="{9D8B030D-6E8A-4147-A177-3AD203B41FA5}">
                      <a16:colId xmlns:a16="http://schemas.microsoft.com/office/drawing/2014/main" val="397803887"/>
                    </a:ext>
                  </a:extLst>
                </a:gridCol>
                <a:gridCol w="1287342">
                  <a:extLst>
                    <a:ext uri="{9D8B030D-6E8A-4147-A177-3AD203B41FA5}">
                      <a16:colId xmlns:a16="http://schemas.microsoft.com/office/drawing/2014/main" val="900286616"/>
                    </a:ext>
                  </a:extLst>
                </a:gridCol>
                <a:gridCol w="1287342">
                  <a:extLst>
                    <a:ext uri="{9D8B030D-6E8A-4147-A177-3AD203B41FA5}">
                      <a16:colId xmlns:a16="http://schemas.microsoft.com/office/drawing/2014/main" val="564337867"/>
                    </a:ext>
                  </a:extLst>
                </a:gridCol>
                <a:gridCol w="1287342">
                  <a:extLst>
                    <a:ext uri="{9D8B030D-6E8A-4147-A177-3AD203B41FA5}">
                      <a16:colId xmlns:a16="http://schemas.microsoft.com/office/drawing/2014/main" val="2414752579"/>
                    </a:ext>
                  </a:extLst>
                </a:gridCol>
              </a:tblGrid>
              <a:tr h="500548">
                <a:tc>
                  <a:txBody>
                    <a:bodyPr/>
                    <a:lstStyle/>
                    <a:p>
                      <a:r>
                        <a:rPr lang="en-IN" dirty="0"/>
                        <a:t>Model</a:t>
                      </a:r>
                    </a:p>
                  </a:txBody>
                  <a:tcPr anchor="ctr"/>
                </a:tc>
                <a:tc>
                  <a:txBody>
                    <a:bodyPr/>
                    <a:lstStyle/>
                    <a:p>
                      <a:r>
                        <a:rPr lang="en-IN"/>
                        <a:t>RMSE</a:t>
                      </a:r>
                    </a:p>
                  </a:txBody>
                  <a:tcPr anchor="ctr"/>
                </a:tc>
                <a:tc>
                  <a:txBody>
                    <a:bodyPr/>
                    <a:lstStyle/>
                    <a:p>
                      <a:r>
                        <a:rPr lang="en-IN"/>
                        <a:t>MAE</a:t>
                      </a:r>
                    </a:p>
                  </a:txBody>
                  <a:tcPr anchor="ctr"/>
                </a:tc>
                <a:tc>
                  <a:txBody>
                    <a:bodyPr/>
                    <a:lstStyle/>
                    <a:p>
                      <a:r>
                        <a:rPr lang="en-IN"/>
                        <a:t>MAPE</a:t>
                      </a:r>
                    </a:p>
                  </a:txBody>
                  <a:tcPr anchor="ctr"/>
                </a:tc>
                <a:tc>
                  <a:txBody>
                    <a:bodyPr/>
                    <a:lstStyle/>
                    <a:p>
                      <a:r>
                        <a:rPr lang="en-IN"/>
                        <a:t>ACF1</a:t>
                      </a:r>
                    </a:p>
                  </a:txBody>
                  <a:tcPr anchor="ctr"/>
                </a:tc>
                <a:tc>
                  <a:txBody>
                    <a:bodyPr/>
                    <a:lstStyle/>
                    <a:p>
                      <a:r>
                        <a:rPr lang="en-IN"/>
                        <a:t>Ljung–Box p-value</a:t>
                      </a:r>
                    </a:p>
                  </a:txBody>
                  <a:tcPr anchor="ctr"/>
                </a:tc>
                <a:extLst>
                  <a:ext uri="{0D108BD9-81ED-4DB2-BD59-A6C34878D82A}">
                    <a16:rowId xmlns:a16="http://schemas.microsoft.com/office/drawing/2014/main" val="2372468864"/>
                  </a:ext>
                </a:extLst>
              </a:tr>
              <a:tr h="297218">
                <a:tc>
                  <a:txBody>
                    <a:bodyPr/>
                    <a:lstStyle/>
                    <a:p>
                      <a:r>
                        <a:rPr lang="en-IN"/>
                        <a:t>ARIMA(3,1,1)</a:t>
                      </a:r>
                    </a:p>
                  </a:txBody>
                  <a:tcPr anchor="ctr"/>
                </a:tc>
                <a:tc>
                  <a:txBody>
                    <a:bodyPr/>
                    <a:lstStyle/>
                    <a:p>
                      <a:r>
                        <a:rPr lang="en-IN"/>
                        <a:t>95.41</a:t>
                      </a:r>
                    </a:p>
                  </a:txBody>
                  <a:tcPr anchor="ctr"/>
                </a:tc>
                <a:tc>
                  <a:txBody>
                    <a:bodyPr/>
                    <a:lstStyle/>
                    <a:p>
                      <a:r>
                        <a:rPr lang="en-IN"/>
                        <a:t>64.34</a:t>
                      </a:r>
                    </a:p>
                  </a:txBody>
                  <a:tcPr anchor="ctr"/>
                </a:tc>
                <a:tc>
                  <a:txBody>
                    <a:bodyPr/>
                    <a:lstStyle/>
                    <a:p>
                      <a:r>
                        <a:rPr lang="en-IN"/>
                        <a:t>6.79</a:t>
                      </a:r>
                    </a:p>
                  </a:txBody>
                  <a:tcPr anchor="ctr"/>
                </a:tc>
                <a:tc>
                  <a:txBody>
                    <a:bodyPr/>
                    <a:lstStyle/>
                    <a:p>
                      <a:r>
                        <a:rPr lang="en-IN"/>
                        <a:t>-0.0054</a:t>
                      </a:r>
                    </a:p>
                  </a:txBody>
                  <a:tcPr anchor="ctr"/>
                </a:tc>
                <a:tc>
                  <a:txBody>
                    <a:bodyPr/>
                    <a:lstStyle/>
                    <a:p>
                      <a:r>
                        <a:rPr lang="en-IN"/>
                        <a:t>0.1906</a:t>
                      </a:r>
                    </a:p>
                  </a:txBody>
                  <a:tcPr anchor="ctr"/>
                </a:tc>
                <a:extLst>
                  <a:ext uri="{0D108BD9-81ED-4DB2-BD59-A6C34878D82A}">
                    <a16:rowId xmlns:a16="http://schemas.microsoft.com/office/drawing/2014/main" val="1337072018"/>
                  </a:ext>
                </a:extLst>
              </a:tr>
              <a:tr h="297218">
                <a:tc>
                  <a:txBody>
                    <a:bodyPr/>
                    <a:lstStyle/>
                    <a:p>
                      <a:r>
                        <a:rPr lang="en-IN"/>
                        <a:t>ARIMA(3,1,2)</a:t>
                      </a:r>
                    </a:p>
                  </a:txBody>
                  <a:tcPr anchor="ctr"/>
                </a:tc>
                <a:tc>
                  <a:txBody>
                    <a:bodyPr/>
                    <a:lstStyle/>
                    <a:p>
                      <a:r>
                        <a:rPr lang="en-IN"/>
                        <a:t>94.44</a:t>
                      </a:r>
                    </a:p>
                  </a:txBody>
                  <a:tcPr anchor="ctr"/>
                </a:tc>
                <a:tc>
                  <a:txBody>
                    <a:bodyPr/>
                    <a:lstStyle/>
                    <a:p>
                      <a:r>
                        <a:rPr lang="en-IN"/>
                        <a:t>62.86</a:t>
                      </a:r>
                    </a:p>
                  </a:txBody>
                  <a:tcPr anchor="ctr"/>
                </a:tc>
                <a:tc>
                  <a:txBody>
                    <a:bodyPr/>
                    <a:lstStyle/>
                    <a:p>
                      <a:r>
                        <a:rPr lang="en-IN"/>
                        <a:t>6.63</a:t>
                      </a:r>
                    </a:p>
                  </a:txBody>
                  <a:tcPr anchor="ctr"/>
                </a:tc>
                <a:tc>
                  <a:txBody>
                    <a:bodyPr/>
                    <a:lstStyle/>
                    <a:p>
                      <a:r>
                        <a:rPr lang="en-IN"/>
                        <a:t>0.0044</a:t>
                      </a:r>
                    </a:p>
                  </a:txBody>
                  <a:tcPr anchor="ctr"/>
                </a:tc>
                <a:tc>
                  <a:txBody>
                    <a:bodyPr/>
                    <a:lstStyle/>
                    <a:p>
                      <a:r>
                        <a:rPr lang="en-IN"/>
                        <a:t>0.2818</a:t>
                      </a:r>
                    </a:p>
                  </a:txBody>
                  <a:tcPr anchor="ctr"/>
                </a:tc>
                <a:extLst>
                  <a:ext uri="{0D108BD9-81ED-4DB2-BD59-A6C34878D82A}">
                    <a16:rowId xmlns:a16="http://schemas.microsoft.com/office/drawing/2014/main" val="3526504419"/>
                  </a:ext>
                </a:extLst>
              </a:tr>
              <a:tr h="297218">
                <a:tc>
                  <a:txBody>
                    <a:bodyPr/>
                    <a:lstStyle/>
                    <a:p>
                      <a:r>
                        <a:rPr lang="en-IN"/>
                        <a:t>ARIMA(3,1,3)</a:t>
                      </a:r>
                    </a:p>
                  </a:txBody>
                  <a:tcPr anchor="ctr"/>
                </a:tc>
                <a:tc>
                  <a:txBody>
                    <a:bodyPr/>
                    <a:lstStyle/>
                    <a:p>
                      <a:r>
                        <a:rPr lang="en-IN"/>
                        <a:t>94.40</a:t>
                      </a:r>
                    </a:p>
                  </a:txBody>
                  <a:tcPr anchor="ctr"/>
                </a:tc>
                <a:tc>
                  <a:txBody>
                    <a:bodyPr/>
                    <a:lstStyle/>
                    <a:p>
                      <a:r>
                        <a:rPr lang="en-IN"/>
                        <a:t>62.77</a:t>
                      </a:r>
                    </a:p>
                  </a:txBody>
                  <a:tcPr anchor="ctr"/>
                </a:tc>
                <a:tc>
                  <a:txBody>
                    <a:bodyPr/>
                    <a:lstStyle/>
                    <a:p>
                      <a:r>
                        <a:rPr lang="en-IN"/>
                        <a:t>6.63</a:t>
                      </a:r>
                    </a:p>
                  </a:txBody>
                  <a:tcPr anchor="ctr"/>
                </a:tc>
                <a:tc>
                  <a:txBody>
                    <a:bodyPr/>
                    <a:lstStyle/>
                    <a:p>
                      <a:r>
                        <a:rPr lang="en-IN"/>
                        <a:t>-0.0005</a:t>
                      </a:r>
                    </a:p>
                  </a:txBody>
                  <a:tcPr anchor="ctr"/>
                </a:tc>
                <a:tc>
                  <a:txBody>
                    <a:bodyPr/>
                    <a:lstStyle/>
                    <a:p>
                      <a:r>
                        <a:rPr lang="en-IN"/>
                        <a:t>0.1736</a:t>
                      </a:r>
                    </a:p>
                  </a:txBody>
                  <a:tcPr anchor="ctr"/>
                </a:tc>
                <a:extLst>
                  <a:ext uri="{0D108BD9-81ED-4DB2-BD59-A6C34878D82A}">
                    <a16:rowId xmlns:a16="http://schemas.microsoft.com/office/drawing/2014/main" val="3577293038"/>
                  </a:ext>
                </a:extLst>
              </a:tr>
              <a:tr h="500548">
                <a:tc>
                  <a:txBody>
                    <a:bodyPr/>
                    <a:lstStyle/>
                    <a:p>
                      <a:r>
                        <a:rPr lang="en-IN"/>
                        <a:t>ARIMA(3,1,11)</a:t>
                      </a:r>
                    </a:p>
                  </a:txBody>
                  <a:tcPr anchor="ctr"/>
                </a:tc>
                <a:tc>
                  <a:txBody>
                    <a:bodyPr/>
                    <a:lstStyle/>
                    <a:p>
                      <a:r>
                        <a:rPr lang="en-IN"/>
                        <a:t>88.92</a:t>
                      </a:r>
                    </a:p>
                  </a:txBody>
                  <a:tcPr anchor="ctr"/>
                </a:tc>
                <a:tc>
                  <a:txBody>
                    <a:bodyPr/>
                    <a:lstStyle/>
                    <a:p>
                      <a:r>
                        <a:rPr lang="en-IN"/>
                        <a:t>61.66</a:t>
                      </a:r>
                    </a:p>
                  </a:txBody>
                  <a:tcPr anchor="ctr"/>
                </a:tc>
                <a:tc>
                  <a:txBody>
                    <a:bodyPr/>
                    <a:lstStyle/>
                    <a:p>
                      <a:r>
                        <a:rPr lang="en-IN"/>
                        <a:t>6.53</a:t>
                      </a:r>
                    </a:p>
                  </a:txBody>
                  <a:tcPr anchor="ctr"/>
                </a:tc>
                <a:tc>
                  <a:txBody>
                    <a:bodyPr/>
                    <a:lstStyle/>
                    <a:p>
                      <a:r>
                        <a:rPr lang="en-IN"/>
                        <a:t>-0.0032</a:t>
                      </a:r>
                    </a:p>
                  </a:txBody>
                  <a:tcPr anchor="ctr"/>
                </a:tc>
                <a:tc>
                  <a:txBody>
                    <a:bodyPr/>
                    <a:lstStyle/>
                    <a:p>
                      <a:r>
                        <a:rPr lang="en-IN"/>
                        <a:t>0.1801</a:t>
                      </a:r>
                    </a:p>
                  </a:txBody>
                  <a:tcPr anchor="ctr"/>
                </a:tc>
                <a:extLst>
                  <a:ext uri="{0D108BD9-81ED-4DB2-BD59-A6C34878D82A}">
                    <a16:rowId xmlns:a16="http://schemas.microsoft.com/office/drawing/2014/main" val="475968338"/>
                  </a:ext>
                </a:extLst>
              </a:tr>
              <a:tr h="500548">
                <a:tc>
                  <a:txBody>
                    <a:bodyPr/>
                    <a:lstStyle/>
                    <a:p>
                      <a:r>
                        <a:rPr lang="en-IN"/>
                        <a:t>ARIMA(3,1,12)</a:t>
                      </a:r>
                    </a:p>
                  </a:txBody>
                  <a:tcPr anchor="ctr"/>
                </a:tc>
                <a:tc>
                  <a:txBody>
                    <a:bodyPr/>
                    <a:lstStyle/>
                    <a:p>
                      <a:r>
                        <a:rPr lang="en-IN"/>
                        <a:t>88.88</a:t>
                      </a:r>
                    </a:p>
                  </a:txBody>
                  <a:tcPr anchor="ctr"/>
                </a:tc>
                <a:tc>
                  <a:txBody>
                    <a:bodyPr/>
                    <a:lstStyle/>
                    <a:p>
                      <a:r>
                        <a:rPr lang="en-IN"/>
                        <a:t>61.67</a:t>
                      </a:r>
                    </a:p>
                  </a:txBody>
                  <a:tcPr anchor="ctr"/>
                </a:tc>
                <a:tc>
                  <a:txBody>
                    <a:bodyPr/>
                    <a:lstStyle/>
                    <a:p>
                      <a:r>
                        <a:rPr lang="en-IN"/>
                        <a:t>6.53</a:t>
                      </a:r>
                    </a:p>
                  </a:txBody>
                  <a:tcPr anchor="ctr"/>
                </a:tc>
                <a:tc>
                  <a:txBody>
                    <a:bodyPr/>
                    <a:lstStyle/>
                    <a:p>
                      <a:r>
                        <a:rPr lang="en-IN"/>
                        <a:t>-0.0024</a:t>
                      </a:r>
                    </a:p>
                  </a:txBody>
                  <a:tcPr anchor="ctr"/>
                </a:tc>
                <a:tc>
                  <a:txBody>
                    <a:bodyPr/>
                    <a:lstStyle/>
                    <a:p>
                      <a:r>
                        <a:rPr lang="en-IN"/>
                        <a:t>0.1768</a:t>
                      </a:r>
                    </a:p>
                  </a:txBody>
                  <a:tcPr anchor="ctr"/>
                </a:tc>
                <a:extLst>
                  <a:ext uri="{0D108BD9-81ED-4DB2-BD59-A6C34878D82A}">
                    <a16:rowId xmlns:a16="http://schemas.microsoft.com/office/drawing/2014/main" val="1458855761"/>
                  </a:ext>
                </a:extLst>
              </a:tr>
              <a:tr h="297218">
                <a:tc>
                  <a:txBody>
                    <a:bodyPr/>
                    <a:lstStyle/>
                    <a:p>
                      <a:r>
                        <a:rPr lang="en-IN"/>
                        <a:t>ARIMA(7,1,1)</a:t>
                      </a:r>
                    </a:p>
                  </a:txBody>
                  <a:tcPr anchor="ctr"/>
                </a:tc>
                <a:tc>
                  <a:txBody>
                    <a:bodyPr/>
                    <a:lstStyle/>
                    <a:p>
                      <a:r>
                        <a:rPr lang="en-IN"/>
                        <a:t>93.19</a:t>
                      </a:r>
                    </a:p>
                  </a:txBody>
                  <a:tcPr anchor="ctr"/>
                </a:tc>
                <a:tc>
                  <a:txBody>
                    <a:bodyPr/>
                    <a:lstStyle/>
                    <a:p>
                      <a:r>
                        <a:rPr lang="en-IN"/>
                        <a:t>62.73</a:t>
                      </a:r>
                    </a:p>
                  </a:txBody>
                  <a:tcPr anchor="ctr"/>
                </a:tc>
                <a:tc>
                  <a:txBody>
                    <a:bodyPr/>
                    <a:lstStyle/>
                    <a:p>
                      <a:r>
                        <a:rPr lang="en-IN"/>
                        <a:t>6.65</a:t>
                      </a:r>
                    </a:p>
                  </a:txBody>
                  <a:tcPr anchor="ctr"/>
                </a:tc>
                <a:tc>
                  <a:txBody>
                    <a:bodyPr/>
                    <a:lstStyle/>
                    <a:p>
                      <a:r>
                        <a:rPr lang="en-IN"/>
                        <a:t>-0.0072</a:t>
                      </a:r>
                    </a:p>
                  </a:txBody>
                  <a:tcPr anchor="ctr"/>
                </a:tc>
                <a:tc>
                  <a:txBody>
                    <a:bodyPr/>
                    <a:lstStyle/>
                    <a:p>
                      <a:r>
                        <a:rPr lang="en-IN"/>
                        <a:t>0.0379</a:t>
                      </a:r>
                    </a:p>
                  </a:txBody>
                  <a:tcPr anchor="ctr"/>
                </a:tc>
                <a:extLst>
                  <a:ext uri="{0D108BD9-81ED-4DB2-BD59-A6C34878D82A}">
                    <a16:rowId xmlns:a16="http://schemas.microsoft.com/office/drawing/2014/main" val="3212071729"/>
                  </a:ext>
                </a:extLst>
              </a:tr>
              <a:tr h="297218">
                <a:tc>
                  <a:txBody>
                    <a:bodyPr/>
                    <a:lstStyle/>
                    <a:p>
                      <a:r>
                        <a:rPr lang="en-IN"/>
                        <a:t>ARIMA(7,1,2)</a:t>
                      </a:r>
                    </a:p>
                  </a:txBody>
                  <a:tcPr anchor="ctr"/>
                </a:tc>
                <a:tc>
                  <a:txBody>
                    <a:bodyPr/>
                    <a:lstStyle/>
                    <a:p>
                      <a:r>
                        <a:rPr lang="en-IN"/>
                        <a:t>91.73</a:t>
                      </a:r>
                    </a:p>
                  </a:txBody>
                  <a:tcPr anchor="ctr"/>
                </a:tc>
                <a:tc>
                  <a:txBody>
                    <a:bodyPr/>
                    <a:lstStyle/>
                    <a:p>
                      <a:r>
                        <a:rPr lang="en-IN"/>
                        <a:t>63.23</a:t>
                      </a:r>
                    </a:p>
                  </a:txBody>
                  <a:tcPr anchor="ctr"/>
                </a:tc>
                <a:tc>
                  <a:txBody>
                    <a:bodyPr/>
                    <a:lstStyle/>
                    <a:p>
                      <a:r>
                        <a:rPr lang="en-IN"/>
                        <a:t>6.72</a:t>
                      </a:r>
                    </a:p>
                  </a:txBody>
                  <a:tcPr anchor="ctr"/>
                </a:tc>
                <a:tc>
                  <a:txBody>
                    <a:bodyPr/>
                    <a:lstStyle/>
                    <a:p>
                      <a:r>
                        <a:rPr lang="en-IN"/>
                        <a:t>-0.0001</a:t>
                      </a:r>
                    </a:p>
                  </a:txBody>
                  <a:tcPr anchor="ctr"/>
                </a:tc>
                <a:tc>
                  <a:txBody>
                    <a:bodyPr/>
                    <a:lstStyle/>
                    <a:p>
                      <a:r>
                        <a:rPr lang="en-IN"/>
                        <a:t>0.0429</a:t>
                      </a:r>
                    </a:p>
                  </a:txBody>
                  <a:tcPr anchor="ctr"/>
                </a:tc>
                <a:extLst>
                  <a:ext uri="{0D108BD9-81ED-4DB2-BD59-A6C34878D82A}">
                    <a16:rowId xmlns:a16="http://schemas.microsoft.com/office/drawing/2014/main" val="2235510023"/>
                  </a:ext>
                </a:extLst>
              </a:tr>
              <a:tr h="297218">
                <a:tc>
                  <a:txBody>
                    <a:bodyPr/>
                    <a:lstStyle/>
                    <a:p>
                      <a:r>
                        <a:rPr lang="en-IN"/>
                        <a:t>ARIMA(7,1,3)</a:t>
                      </a:r>
                    </a:p>
                  </a:txBody>
                  <a:tcPr anchor="ctr"/>
                </a:tc>
                <a:tc>
                  <a:txBody>
                    <a:bodyPr/>
                    <a:lstStyle/>
                    <a:p>
                      <a:r>
                        <a:rPr lang="en-IN"/>
                        <a:t>91.72</a:t>
                      </a:r>
                    </a:p>
                  </a:txBody>
                  <a:tcPr anchor="ctr"/>
                </a:tc>
                <a:tc>
                  <a:txBody>
                    <a:bodyPr/>
                    <a:lstStyle/>
                    <a:p>
                      <a:r>
                        <a:rPr lang="en-IN"/>
                        <a:t>63.16</a:t>
                      </a:r>
                    </a:p>
                  </a:txBody>
                  <a:tcPr anchor="ctr"/>
                </a:tc>
                <a:tc>
                  <a:txBody>
                    <a:bodyPr/>
                    <a:lstStyle/>
                    <a:p>
                      <a:r>
                        <a:rPr lang="en-IN"/>
                        <a:t>6.69</a:t>
                      </a:r>
                    </a:p>
                  </a:txBody>
                  <a:tcPr anchor="ctr"/>
                </a:tc>
                <a:tc>
                  <a:txBody>
                    <a:bodyPr/>
                    <a:lstStyle/>
                    <a:p>
                      <a:r>
                        <a:rPr lang="en-IN"/>
                        <a:t>0.0006</a:t>
                      </a:r>
                    </a:p>
                  </a:txBody>
                  <a:tcPr anchor="ctr"/>
                </a:tc>
                <a:tc>
                  <a:txBody>
                    <a:bodyPr/>
                    <a:lstStyle/>
                    <a:p>
                      <a:r>
                        <a:rPr lang="en-IN" dirty="0"/>
                        <a:t>0.0124</a:t>
                      </a:r>
                    </a:p>
                  </a:txBody>
                  <a:tcPr anchor="ctr"/>
                </a:tc>
                <a:extLst>
                  <a:ext uri="{0D108BD9-81ED-4DB2-BD59-A6C34878D82A}">
                    <a16:rowId xmlns:a16="http://schemas.microsoft.com/office/drawing/2014/main" val="1870832375"/>
                  </a:ext>
                </a:extLst>
              </a:tr>
            </a:tbl>
          </a:graphicData>
        </a:graphic>
      </p:graphicFrame>
      <p:grpSp>
        <p:nvGrpSpPr>
          <p:cNvPr id="13" name="Google Shape;603;p49">
            <a:extLst>
              <a:ext uri="{FF2B5EF4-FFF2-40B4-BE49-F238E27FC236}">
                <a16:creationId xmlns:a16="http://schemas.microsoft.com/office/drawing/2014/main" id="{288E9DEC-B644-E00F-6D3F-E2AC99217975}"/>
              </a:ext>
              <a:ext uri="{8CFE812A-3C0B-4321-8AF0-CA89CF7118B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D3B5AC1-7557-43F1-84A4-91C24A47D2F5}"/>
              </a:ext>
            </a:extLst>
          </p:cNvPr>
          <p:cNvGrpSpPr/>
          <p:nvPr/>
        </p:nvGrpSpPr>
        <p:grpSpPr>
          <a:xfrm>
            <a:off x="381000" y="445025"/>
            <a:ext cx="473927" cy="413426"/>
            <a:chOff x="1727213" y="3674725"/>
            <a:chExt cx="359850" cy="310650"/>
          </a:xfrm>
        </p:grpSpPr>
        <p:sp>
          <p:nvSpPr>
            <p:cNvPr id="14" name="Google Shape;604;p49">
              <a:extLst>
                <a:ext uri="{FF2B5EF4-FFF2-40B4-BE49-F238E27FC236}">
                  <a16:creationId xmlns:a16="http://schemas.microsoft.com/office/drawing/2014/main" id="{3FA5C64E-5C34-EDF7-1288-1B7F2CE22FC5}"/>
                </a:ext>
                <a:ext uri="{6C14B824-B58A-460D-925E-C13C493BD6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63FED92-6538-4FD8-8596-693F1767A06F}"/>
                </a:ext>
              </a:extLst>
            </p:cNvPr>
            <p:cNvSpPr/>
            <p:nvPr/>
          </p:nvSpPr>
          <p:spPr>
            <a:xfrm>
              <a:off x="2048588" y="3851825"/>
              <a:ext cx="13875" cy="66400"/>
            </a:xfrm>
            <a:custGeom>
              <a:avLst/>
              <a:gdLst/>
              <a:ahLst/>
              <a:cxnLst/>
              <a:rect l="0" t="0" r="r" b="b"/>
              <a:pathLst>
                <a:path w="555" h="2656">
                  <a:moveTo>
                    <a:pt x="1" y="0"/>
                  </a:moveTo>
                  <a:lnTo>
                    <a:pt x="1" y="2656"/>
                  </a:lnTo>
                  <a:lnTo>
                    <a:pt x="554" y="2656"/>
                  </a:lnTo>
                  <a:lnTo>
                    <a:pt x="554" y="0"/>
                  </a:lnTo>
                  <a:close/>
                </a:path>
              </a:pathLst>
            </a:custGeom>
            <a:solidFill>
              <a:srgbClr val="B2B2B2"/>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15" name="Google Shape;605;p49">
              <a:extLst>
                <a:ext uri="{FF2B5EF4-FFF2-40B4-BE49-F238E27FC236}">
                  <a16:creationId xmlns:a16="http://schemas.microsoft.com/office/drawing/2014/main" id="{03378117-197B-30C7-65AA-BB8D5EDCD3FF}"/>
                </a:ext>
                <a:ext uri="{ECB4DFA5-1DC1-4D63-A656-F5A2C28DCCB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929132-2898-46D4-BF47-FC0B1D8216DD}"/>
                </a:ext>
              </a:extLst>
            </p:cNvPr>
            <p:cNvSpPr/>
            <p:nvPr/>
          </p:nvSpPr>
          <p:spPr>
            <a:xfrm>
              <a:off x="1802038" y="3720600"/>
              <a:ext cx="14900" cy="54350"/>
            </a:xfrm>
            <a:custGeom>
              <a:avLst/>
              <a:gdLst/>
              <a:ahLst/>
              <a:cxnLst/>
              <a:rect l="0" t="0" r="r" b="b"/>
              <a:pathLst>
                <a:path w="596" h="2174">
                  <a:moveTo>
                    <a:pt x="1" y="1"/>
                  </a:moveTo>
                  <a:lnTo>
                    <a:pt x="1" y="2174"/>
                  </a:lnTo>
                  <a:lnTo>
                    <a:pt x="595" y="2174"/>
                  </a:lnTo>
                  <a:lnTo>
                    <a:pt x="595" y="1"/>
                  </a:lnTo>
                  <a:close/>
                </a:path>
              </a:pathLst>
            </a:custGeom>
            <a:solidFill>
              <a:srgbClr val="B2B2B2"/>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16" name="Google Shape;606;p49">
              <a:extLst>
                <a:ext uri="{FF2B5EF4-FFF2-40B4-BE49-F238E27FC236}">
                  <a16:creationId xmlns:a16="http://schemas.microsoft.com/office/drawing/2014/main" id="{071260DD-9863-C260-0AE4-B2EF67EFF4D4}"/>
                </a:ext>
                <a:ext uri="{6D628212-42C3-49B8-912E-4190D11FAD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E96201-3EEC-47F9-B3E2-7B9C3AF3C74A}"/>
                </a:ext>
              </a:extLst>
            </p:cNvPr>
            <p:cNvSpPr/>
            <p:nvPr/>
          </p:nvSpPr>
          <p:spPr>
            <a:xfrm>
              <a:off x="1884062" y="3910499"/>
              <a:ext cx="203000" cy="52575"/>
            </a:xfrm>
            <a:custGeom>
              <a:avLst/>
              <a:gdLst/>
              <a:ahLst/>
              <a:cxnLst/>
              <a:rect l="0" t="0" r="r" b="b"/>
              <a:pathLst>
                <a:path w="8120" h="2103">
                  <a:moveTo>
                    <a:pt x="308" y="1"/>
                  </a:moveTo>
                  <a:cubicBezTo>
                    <a:pt x="134" y="1"/>
                    <a:pt x="0" y="134"/>
                    <a:pt x="0" y="350"/>
                  </a:cubicBezTo>
                  <a:cubicBezTo>
                    <a:pt x="52" y="473"/>
                    <a:pt x="175" y="606"/>
                    <a:pt x="308" y="606"/>
                  </a:cubicBezTo>
                  <a:lnTo>
                    <a:pt x="7012" y="606"/>
                  </a:lnTo>
                  <a:cubicBezTo>
                    <a:pt x="7310" y="606"/>
                    <a:pt x="7525" y="821"/>
                    <a:pt x="7484" y="1118"/>
                  </a:cubicBezTo>
                  <a:cubicBezTo>
                    <a:pt x="7433" y="1334"/>
                    <a:pt x="7228" y="1539"/>
                    <a:pt x="7012" y="1539"/>
                  </a:cubicBezTo>
                  <a:lnTo>
                    <a:pt x="308" y="1539"/>
                  </a:lnTo>
                  <a:cubicBezTo>
                    <a:pt x="134" y="1539"/>
                    <a:pt x="0" y="1672"/>
                    <a:pt x="0" y="1887"/>
                  </a:cubicBezTo>
                  <a:cubicBezTo>
                    <a:pt x="52" y="2010"/>
                    <a:pt x="175" y="2103"/>
                    <a:pt x="308" y="2103"/>
                  </a:cubicBezTo>
                  <a:lnTo>
                    <a:pt x="7012" y="2103"/>
                  </a:lnTo>
                  <a:cubicBezTo>
                    <a:pt x="7648" y="2103"/>
                    <a:pt x="8120" y="1590"/>
                    <a:pt x="8079" y="944"/>
                  </a:cubicBezTo>
                  <a:cubicBezTo>
                    <a:pt x="7997" y="391"/>
                    <a:pt x="7525" y="1"/>
                    <a:pt x="7012" y="1"/>
                  </a:cubicBezTo>
                  <a:close/>
                </a:path>
              </a:pathLst>
            </a:custGeom>
            <a:solidFill>
              <a:srgbClr val="333333"/>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17" name="Google Shape;607;p49">
              <a:extLst>
                <a:ext uri="{FF2B5EF4-FFF2-40B4-BE49-F238E27FC236}">
                  <a16:creationId xmlns:a16="http://schemas.microsoft.com/office/drawing/2014/main" id="{DCF75F8A-F1CD-C9D3-3008-F689DD9D24F7}"/>
                </a:ext>
                <a:ext uri="{3FFA7549-D679-4F62-AB29-FBE0916480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89E316-8BB0-438F-A6FE-092DB16E6DA1}"/>
                </a:ext>
              </a:extLst>
            </p:cNvPr>
            <p:cNvSpPr/>
            <p:nvPr/>
          </p:nvSpPr>
          <p:spPr>
            <a:xfrm>
              <a:off x="1727213" y="3674725"/>
              <a:ext cx="358825" cy="288349"/>
            </a:xfrm>
            <a:custGeom>
              <a:avLst/>
              <a:gdLst/>
              <a:ahLst/>
              <a:cxnLst/>
              <a:rect l="0" t="0" r="r" b="b"/>
              <a:pathLst>
                <a:path w="14353" h="11534">
                  <a:moveTo>
                    <a:pt x="10939" y="595"/>
                  </a:moveTo>
                  <a:cubicBezTo>
                    <a:pt x="12220" y="595"/>
                    <a:pt x="13327" y="1661"/>
                    <a:pt x="13286" y="2984"/>
                  </a:cubicBezTo>
                  <a:cubicBezTo>
                    <a:pt x="13286" y="4224"/>
                    <a:pt x="12220" y="5249"/>
                    <a:pt x="10980" y="5249"/>
                  </a:cubicBezTo>
                  <a:lnTo>
                    <a:pt x="2994" y="5249"/>
                  </a:lnTo>
                  <a:cubicBezTo>
                    <a:pt x="2779" y="5249"/>
                    <a:pt x="2563" y="5075"/>
                    <a:pt x="2522" y="4870"/>
                  </a:cubicBezTo>
                  <a:cubicBezTo>
                    <a:pt x="2481" y="4563"/>
                    <a:pt x="2686" y="4306"/>
                    <a:pt x="2994" y="4306"/>
                  </a:cubicBezTo>
                  <a:lnTo>
                    <a:pt x="10939" y="4306"/>
                  </a:lnTo>
                  <a:cubicBezTo>
                    <a:pt x="11708" y="4306"/>
                    <a:pt x="12343" y="3712"/>
                    <a:pt x="12343" y="2943"/>
                  </a:cubicBezTo>
                  <a:cubicBezTo>
                    <a:pt x="12343" y="2174"/>
                    <a:pt x="11749" y="1538"/>
                    <a:pt x="10980" y="1538"/>
                  </a:cubicBezTo>
                  <a:lnTo>
                    <a:pt x="2994" y="1538"/>
                  </a:lnTo>
                  <a:cubicBezTo>
                    <a:pt x="2779" y="1538"/>
                    <a:pt x="2563" y="1364"/>
                    <a:pt x="2522" y="1149"/>
                  </a:cubicBezTo>
                  <a:cubicBezTo>
                    <a:pt x="2481" y="852"/>
                    <a:pt x="2686" y="595"/>
                    <a:pt x="2994" y="595"/>
                  </a:cubicBezTo>
                  <a:close/>
                  <a:moveTo>
                    <a:pt x="2994" y="1"/>
                  </a:moveTo>
                  <a:cubicBezTo>
                    <a:pt x="2430" y="1"/>
                    <a:pt x="1969" y="421"/>
                    <a:pt x="1917" y="975"/>
                  </a:cubicBezTo>
                  <a:cubicBezTo>
                    <a:pt x="1835" y="1579"/>
                    <a:pt x="2348" y="2133"/>
                    <a:pt x="2994" y="2133"/>
                  </a:cubicBezTo>
                  <a:lnTo>
                    <a:pt x="10939" y="2133"/>
                  </a:lnTo>
                  <a:cubicBezTo>
                    <a:pt x="11359" y="2133"/>
                    <a:pt x="11749" y="2471"/>
                    <a:pt x="11749" y="2902"/>
                  </a:cubicBezTo>
                  <a:cubicBezTo>
                    <a:pt x="11790" y="3373"/>
                    <a:pt x="11400" y="3712"/>
                    <a:pt x="10980" y="3712"/>
                  </a:cubicBezTo>
                  <a:lnTo>
                    <a:pt x="2902" y="3712"/>
                  </a:lnTo>
                  <a:cubicBezTo>
                    <a:pt x="2563" y="3712"/>
                    <a:pt x="2225" y="3886"/>
                    <a:pt x="2092" y="4183"/>
                  </a:cubicBezTo>
                  <a:cubicBezTo>
                    <a:pt x="1794" y="4737"/>
                    <a:pt x="1917" y="5290"/>
                    <a:pt x="2307" y="5588"/>
                  </a:cubicBezTo>
                  <a:cubicBezTo>
                    <a:pt x="810" y="6357"/>
                    <a:pt x="0" y="8243"/>
                    <a:pt x="1026" y="10078"/>
                  </a:cubicBezTo>
                  <a:cubicBezTo>
                    <a:pt x="1538" y="10970"/>
                    <a:pt x="2481" y="11534"/>
                    <a:pt x="3455" y="11534"/>
                  </a:cubicBezTo>
                  <a:lnTo>
                    <a:pt x="4398" y="11534"/>
                  </a:lnTo>
                  <a:cubicBezTo>
                    <a:pt x="4532" y="11534"/>
                    <a:pt x="4655" y="11400"/>
                    <a:pt x="4696" y="11277"/>
                  </a:cubicBezTo>
                  <a:cubicBezTo>
                    <a:pt x="4737" y="11103"/>
                    <a:pt x="4573" y="10929"/>
                    <a:pt x="4398" y="10929"/>
                  </a:cubicBezTo>
                  <a:lnTo>
                    <a:pt x="3763" y="10929"/>
                  </a:lnTo>
                  <a:cubicBezTo>
                    <a:pt x="2307" y="10929"/>
                    <a:pt x="1149" y="9781"/>
                    <a:pt x="1149" y="8325"/>
                  </a:cubicBezTo>
                  <a:cubicBezTo>
                    <a:pt x="1200" y="6961"/>
                    <a:pt x="2307" y="5844"/>
                    <a:pt x="3711" y="5844"/>
                  </a:cubicBezTo>
                  <a:lnTo>
                    <a:pt x="13286" y="5844"/>
                  </a:lnTo>
                  <a:cubicBezTo>
                    <a:pt x="13502" y="5844"/>
                    <a:pt x="13707" y="6018"/>
                    <a:pt x="13758" y="6234"/>
                  </a:cubicBezTo>
                  <a:cubicBezTo>
                    <a:pt x="13799" y="6531"/>
                    <a:pt x="13584" y="6787"/>
                    <a:pt x="13286" y="6787"/>
                  </a:cubicBezTo>
                  <a:lnTo>
                    <a:pt x="3763" y="6787"/>
                  </a:lnTo>
                  <a:cubicBezTo>
                    <a:pt x="2943" y="6787"/>
                    <a:pt x="2266" y="7382"/>
                    <a:pt x="2133" y="8151"/>
                  </a:cubicBezTo>
                  <a:cubicBezTo>
                    <a:pt x="2010" y="9135"/>
                    <a:pt x="2779" y="10037"/>
                    <a:pt x="3763" y="10037"/>
                  </a:cubicBezTo>
                  <a:lnTo>
                    <a:pt x="4398" y="10037"/>
                  </a:lnTo>
                  <a:cubicBezTo>
                    <a:pt x="4532" y="10037"/>
                    <a:pt x="4655" y="9904"/>
                    <a:pt x="4696" y="9781"/>
                  </a:cubicBezTo>
                  <a:cubicBezTo>
                    <a:pt x="4737" y="9565"/>
                    <a:pt x="4573" y="9432"/>
                    <a:pt x="4398" y="9432"/>
                  </a:cubicBezTo>
                  <a:lnTo>
                    <a:pt x="3763" y="9432"/>
                  </a:lnTo>
                  <a:cubicBezTo>
                    <a:pt x="3250" y="9432"/>
                    <a:pt x="2820" y="9094"/>
                    <a:pt x="2738" y="8581"/>
                  </a:cubicBezTo>
                  <a:cubicBezTo>
                    <a:pt x="2604" y="7946"/>
                    <a:pt x="3117" y="7382"/>
                    <a:pt x="3763" y="7382"/>
                  </a:cubicBezTo>
                  <a:lnTo>
                    <a:pt x="13286" y="7382"/>
                  </a:lnTo>
                  <a:cubicBezTo>
                    <a:pt x="13881" y="7382"/>
                    <a:pt x="14353" y="6920"/>
                    <a:pt x="14353" y="6316"/>
                  </a:cubicBezTo>
                  <a:cubicBezTo>
                    <a:pt x="14353" y="5721"/>
                    <a:pt x="13881" y="5249"/>
                    <a:pt x="13286" y="5249"/>
                  </a:cubicBezTo>
                  <a:lnTo>
                    <a:pt x="12733" y="5249"/>
                  </a:lnTo>
                  <a:cubicBezTo>
                    <a:pt x="13409" y="4737"/>
                    <a:pt x="13840" y="3927"/>
                    <a:pt x="13881" y="3025"/>
                  </a:cubicBezTo>
                  <a:cubicBezTo>
                    <a:pt x="13922" y="1364"/>
                    <a:pt x="12600" y="1"/>
                    <a:pt x="10939" y="1"/>
                  </a:cubicBezTo>
                  <a:close/>
                </a:path>
              </a:pathLst>
            </a:custGeom>
            <a:solidFill>
              <a:srgbClr val="333333"/>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18" name="Google Shape;608;p49">
              <a:extLst>
                <a:ext uri="{FF2B5EF4-FFF2-40B4-BE49-F238E27FC236}">
                  <a16:creationId xmlns:a16="http://schemas.microsoft.com/office/drawing/2014/main" id="{149A4317-6CC8-F76B-7849-7849DBA98B8F}"/>
                </a:ext>
                <a:ext uri="{4C2AD57F-0E74-43F6-91BE-8779BC5205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A022828-BD32-4609-AD04-56B26397A18E}"/>
                </a:ext>
              </a:extLst>
            </p:cNvPr>
            <p:cNvSpPr/>
            <p:nvPr/>
          </p:nvSpPr>
          <p:spPr>
            <a:xfrm>
              <a:off x="1829738" y="3888050"/>
              <a:ext cx="69475" cy="97325"/>
            </a:xfrm>
            <a:custGeom>
              <a:avLst/>
              <a:gdLst/>
              <a:ahLst/>
              <a:cxnLst/>
              <a:rect l="0" t="0" r="r" b="b"/>
              <a:pathLst>
                <a:path w="2779" h="3893">
                  <a:moveTo>
                    <a:pt x="311" y="1"/>
                  </a:moveTo>
                  <a:cubicBezTo>
                    <a:pt x="293" y="1"/>
                    <a:pt x="275" y="3"/>
                    <a:pt x="256" y="7"/>
                  </a:cubicBezTo>
                  <a:cubicBezTo>
                    <a:pt x="82" y="48"/>
                    <a:pt x="0" y="181"/>
                    <a:pt x="0" y="304"/>
                  </a:cubicBezTo>
                  <a:lnTo>
                    <a:pt x="0" y="3595"/>
                  </a:lnTo>
                  <a:cubicBezTo>
                    <a:pt x="0" y="3677"/>
                    <a:pt x="41" y="3769"/>
                    <a:pt x="123" y="3810"/>
                  </a:cubicBezTo>
                  <a:cubicBezTo>
                    <a:pt x="174" y="3851"/>
                    <a:pt x="215" y="3892"/>
                    <a:pt x="297" y="3892"/>
                  </a:cubicBezTo>
                  <a:cubicBezTo>
                    <a:pt x="338" y="3892"/>
                    <a:pt x="431" y="3851"/>
                    <a:pt x="472" y="3810"/>
                  </a:cubicBezTo>
                  <a:lnTo>
                    <a:pt x="1363" y="3083"/>
                  </a:lnTo>
                  <a:lnTo>
                    <a:pt x="2307" y="3810"/>
                  </a:lnTo>
                  <a:cubicBezTo>
                    <a:pt x="2348" y="3851"/>
                    <a:pt x="2412" y="3872"/>
                    <a:pt x="2476" y="3872"/>
                  </a:cubicBezTo>
                  <a:cubicBezTo>
                    <a:pt x="2540" y="3872"/>
                    <a:pt x="2604" y="3851"/>
                    <a:pt x="2645" y="3810"/>
                  </a:cubicBezTo>
                  <a:cubicBezTo>
                    <a:pt x="2737" y="3769"/>
                    <a:pt x="2778" y="3677"/>
                    <a:pt x="2778" y="3595"/>
                  </a:cubicBezTo>
                  <a:lnTo>
                    <a:pt x="2778" y="304"/>
                  </a:lnTo>
                  <a:cubicBezTo>
                    <a:pt x="2778" y="148"/>
                    <a:pt x="2639" y="1"/>
                    <a:pt x="2484" y="1"/>
                  </a:cubicBezTo>
                  <a:cubicBezTo>
                    <a:pt x="2466" y="1"/>
                    <a:pt x="2448" y="3"/>
                    <a:pt x="2430" y="7"/>
                  </a:cubicBezTo>
                  <a:cubicBezTo>
                    <a:pt x="2266" y="48"/>
                    <a:pt x="2173" y="181"/>
                    <a:pt x="2173" y="304"/>
                  </a:cubicBezTo>
                  <a:lnTo>
                    <a:pt x="2173" y="2949"/>
                  </a:lnTo>
                  <a:lnTo>
                    <a:pt x="1579" y="2488"/>
                  </a:lnTo>
                  <a:cubicBezTo>
                    <a:pt x="1517" y="2442"/>
                    <a:pt x="1453" y="2419"/>
                    <a:pt x="1389" y="2419"/>
                  </a:cubicBezTo>
                  <a:cubicBezTo>
                    <a:pt x="1325" y="2419"/>
                    <a:pt x="1261" y="2442"/>
                    <a:pt x="1199" y="2488"/>
                  </a:cubicBezTo>
                  <a:lnTo>
                    <a:pt x="595" y="2949"/>
                  </a:lnTo>
                  <a:lnTo>
                    <a:pt x="595" y="304"/>
                  </a:lnTo>
                  <a:cubicBezTo>
                    <a:pt x="595" y="148"/>
                    <a:pt x="463" y="1"/>
                    <a:pt x="311" y="1"/>
                  </a:cubicBezTo>
                  <a:close/>
                </a:path>
              </a:pathLst>
            </a:custGeom>
            <a:solidFill>
              <a:srgbClr val="B2B2B2"/>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grpSp>
    </p:spTree>
    <p:extLst>
      <p:ext uri="{BB962C8B-B14F-4D97-AF65-F5344CB8AC3E}">
        <p14:creationId xmlns:p14="http://schemas.microsoft.com/office/powerpoint/2010/main" val="3495100181"/>
      </p:ext>
      <p:ext uri="{5B91DAEB-A96E-4761-982E-38DA2ED2622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sp>
        <p:nvSpPr>
          <p:cNvPr id="2" name="Google Shape;844;p59">
            <a:extLst>
              <a:ext uri="{786E47F1-A872-41E1-A3DB-DE4F46D0B5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1073FA-FA7C-4BE1-9F52-35F335BE694A}"/>
              </a:ext>
            </a:extLst>
          </p:cNvPr>
          <p:cNvSpPr>
            <a:spLocks noGrp="1"/>
          </p:cNvSpPr>
          <p:nvPr>
            <p:ph type="title" idx="10"/>
          </p:nvPr>
        </p:nvSpPr>
        <p:spPr>
          <a:xfrm>
            <a:off x="228600" y="350520"/>
            <a:ext cx="8770619"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Checking the ARIMA(3,1,2) Model for Coal Emissions</a:t>
            </a:r>
          </a:p>
        </p:txBody>
      </p:sp>
      <p:sp>
        <p:nvSpPr>
          <p:cNvPr id="3" name="Subtitle 2">
            <a:extLst>
              <a:ext uri="{1CCC76CD-3806-471C-8687-B894468CC14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94B62FA-9187-4D00-93C7-37D0F202F830}"/>
              </a:ext>
            </a:extLst>
          </p:cNvPr>
          <p:cNvSpPr>
            <a:spLocks noGrp="1" noChangeArrowheads="1"/>
          </p:cNvSpPr>
          <p:nvPr>
            <p:ph type="subTitle" idx="11"/>
          </p:nvPr>
        </p:nvSpPr>
        <p:spPr>
          <a:xfrm>
            <a:off x="365760" y="663351"/>
            <a:ext cx="4869179" cy="3754873"/>
          </a:xfrm>
          <a:prstGeom prst="rect">
            <a:avLst/>
          </a:prstGeom>
          <a:noFill/>
          <a:ln>
            <a:noFill/>
          </a:ln>
        </p:spPr>
        <p:txBody>
          <a:bodyPr vert="horz" wrap="square" lIns="91440" tIns="45720" rIns="91440" bIns="45720" numCol="1" rtlCol="0" anchor="ctr">
            <a:spAutoFit/>
          </a:bodyPr>
          <a:lstStyle/>
          <a:p>
            <a:pPr marL="0" marR="0" lvl="0" indent="0" algn="l" rtl="0">
              <a:lnSpc>
                <a:spcPct val="100000"/>
              </a:lnSpc>
              <a:spcBef>
                <a:spcPct val="0"/>
              </a:spcBef>
              <a:spcAft>
                <a:spcPct val="0"/>
              </a:spcAft>
              <a:buChar char="•"/>
            </a:pPr>
            <a:endParaRPr/>
          </a:p>
          <a:p>
            <a:pPr marL="0" marR="0" lvl="0" indent="0" algn="l" rtl="0">
              <a:lnSpc>
                <a:spcPct val="100000"/>
              </a:lnSpc>
              <a:spcBef>
                <a:spcPct val="0"/>
              </a:spcBef>
              <a:spcAft>
                <a:spcPct val="0"/>
              </a:spcAft>
              <a:buChar char="•"/>
            </a:pPr>
            <a:r>
              <a:rPr lang="en-US" sz="1800" b="1" dirty="0">
                <a:latin typeface="Hanken Grotesk"/>
              </a:rPr>
              <a:t>Top Plot – Residuals Over Time : </a:t>
            </a:r>
            <a:r>
              <a:rPr lang="en-US" sz="1600" dirty="0"/>
              <a:t>Most values stay near zero, which is what we want. However, in the early 1900s, there are large swings, showing some instability that model may not fully  capture.</a:t>
            </a:r>
          </a:p>
          <a:p>
            <a:pPr marL="0" marR="0" lvl="0" indent="0" algn="l" rtl="0">
              <a:lnSpc>
                <a:spcPct val="100000"/>
              </a:lnSpc>
              <a:spcBef>
                <a:spcPct val="0"/>
              </a:spcBef>
              <a:spcAft>
                <a:spcPct val="0"/>
              </a:spcAft>
              <a:buChar char="•"/>
            </a:pPr>
            <a:r>
              <a:rPr lang="en-US" sz="1800" b="1" dirty="0">
                <a:latin typeface="Hanken Grotesk"/>
              </a:rPr>
              <a:t>Bottom Left – ACF Plot:</a:t>
            </a:r>
            <a:r>
              <a:rPr lang="en-US" sz="2000" b="1" dirty="0">
                <a:latin typeface="Hanken Grotesk"/>
              </a:rPr>
              <a:t> </a:t>
            </a:r>
            <a:r>
              <a:rPr lang="en-US" sz="1600" dirty="0"/>
              <a:t>Most bars are inside the blue lines, which means the model has removed most patterns. A few bars suggest small leftover time patterns</a:t>
            </a:r>
            <a:r>
              <a:rPr lang="en-US" sz="2000" dirty="0"/>
              <a:t>.</a:t>
            </a:r>
          </a:p>
          <a:p>
            <a:pPr marL="0" lvl="0" indent="0">
              <a:lnSpc>
                <a:spcPct val="100000"/>
              </a:lnSpc>
              <a:spcBef>
                <a:spcPct val="0"/>
              </a:spcBef>
              <a:spcAft>
                <a:spcPct val="0"/>
              </a:spcAft>
              <a:buChar char="•"/>
            </a:pPr>
            <a:r>
              <a:rPr lang="en-US" sz="1800" b="1" dirty="0">
                <a:latin typeface="Hanken Grotesk"/>
              </a:rPr>
              <a:t>Bottom Right – Histogram of Residuals: </a:t>
            </a:r>
            <a:r>
              <a:rPr lang="en-US" sz="1600" dirty="0"/>
              <a:t>The shape is close to a bell curve, with many values near zero and a few extreme ones. It’s not perfectly normal, but still looks reasonably good.</a:t>
            </a:r>
          </a:p>
          <a:p>
            <a:pPr marL="0" marR="0" lvl="0" indent="0" algn="l" rtl="0">
              <a:lnSpc>
                <a:spcPct val="100000"/>
              </a:lnSpc>
              <a:spcBef>
                <a:spcPct val="0"/>
              </a:spcBef>
              <a:spcAft>
                <a:spcPct val="0"/>
              </a:spcAft>
            </a:pPr>
            <a:endParaRPr lang="en-US" sz="1600" b="0" i="0" u="none" strike="noStrike" cap="none" baseline="0" dirty="0">
              <a:ln>
                <a:noFill/>
              </a:ln>
              <a:solidFill>
                <a:schemeClr val="tx1"/>
              </a:solidFill>
              <a:latin typeface="Arial"/>
            </a:endParaRPr>
          </a:p>
        </p:txBody>
      </p:sp>
      <p:sp>
        <p:nvSpPr>
          <p:cNvPr id="4" name="TextBox 8">
            <a:extLst>
              <a:ext uri="{5659381C-C274-405B-946C-84FC042C960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0D5DC40-341E-43D2-8EAE-C77430EACCE0}"/>
              </a:ext>
            </a:extLst>
          </p:cNvPr>
          <p:cNvSpPr txBox="1"/>
          <p:nvPr/>
        </p:nvSpPr>
        <p:spPr>
          <a:xfrm>
            <a:off x="365760" y="4121454"/>
            <a:ext cx="14479713" cy="738664"/>
          </a:xfrm>
          <a:prstGeom prst="rect">
            <a:avLst/>
          </a:prstGeom>
          <a:noFill/>
        </p:spPr>
        <p:txBody>
          <a:bodyPr wrap="square" rtlCol="0">
            <a:spAutoFit/>
          </a:bodyPr>
          <a:lstStyle/>
          <a:p>
            <a:r>
              <a:rPr lang="en-US" b="1" dirty="0">
                <a:latin typeface="+mj-lt"/>
              </a:rPr>
              <a:t>Ljung-Box Test:</a:t>
            </a:r>
            <a:br>
              <a:rPr lang="en-US" dirty="0"/>
            </a:br>
            <a:r>
              <a:rPr lang="en-US" dirty="0"/>
              <a:t>The p-value is 0.2818, which means there’s no strong evidence of leftover patterns , white noise </a:t>
            </a:r>
          </a:p>
          <a:p>
            <a:r>
              <a:rPr lang="en-US" dirty="0"/>
              <a:t>— the model fits the data fairly well.</a:t>
            </a:r>
          </a:p>
        </p:txBody>
      </p:sp>
      <p:pic>
        <p:nvPicPr>
          <p:cNvPr id="5" name="Picture 2">
            <a:extLst>
              <a:ext uri="{ECCE3CB0-41AA-45FE-A9A1-630D3B864C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CEC9112-B778-49CE-B523-D249237E9C62}"/>
              </a:ext>
            </a:extLst>
          </p:cNvPr>
          <p:cNvPicPr>
            <a:picLocks noChangeAspect="1"/>
          </p:cNvPicPr>
          <p:nvPr/>
        </p:nvPicPr>
        <p:blipFill>
          <a:blip r:embed="rId3"/>
          <a:stretch>
            <a:fillRect/>
          </a:stretch>
        </p:blipFill>
        <p:spPr>
          <a:xfrm>
            <a:off x="5355191" y="1021080"/>
            <a:ext cx="3141109" cy="3057407"/>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Tree>
    <p:extLst>
      <p:ext uri="{3C3355CB-6F62-4409-9A95-D1A782C7781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Google Shape;601;p49">
            <a:extLst>
              <a:ext uri="{A4084E78-B75B-4CB1-81DF-24D6F410E2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2873C50-0F83-4354-9E29-B703A1CD23E0}"/>
              </a:ext>
            </a:extLst>
          </p:cNvPr>
          <p:cNvSpPr>
            <a:spLocks noGrp="1"/>
          </p:cNvSpPr>
          <p:nvPr>
            <p:ph type="title" idx="10"/>
          </p:nvPr>
        </p:nvSpPr>
        <p:spPr>
          <a:xfrm>
            <a:off x="1116764" y="445025"/>
            <a:ext cx="7314112" cy="572700"/>
          </a:xfrm>
          <a:prstGeom prst="rect">
            <a:avLst/>
          </a:prstGeom>
        </p:spPr>
        <p:txBody>
          <a:bodyPr spcFirstLastPara="1" wrap="square" lIns="91425" tIns="91425" rIns="91425" bIns="91425" rtlCol="0" anchor="t">
            <a:noAutofit/>
          </a:bodyPr>
          <a:lstStyle/>
          <a:p>
            <a:pPr marL="0" lvl="0" indent="0" algn="l" rtl="0">
              <a:spcBef>
                <a:spcPts val="0"/>
              </a:spcBef>
              <a:spcAft>
                <a:spcPts val="0"/>
              </a:spcAft>
              <a:buNone/>
            </a:pPr>
            <a:r>
              <a:rPr lang="en-US" dirty="0"/>
              <a:t> </a:t>
            </a:r>
            <a:r>
              <a:rPr lang="en-US" sz="2400" dirty="0"/>
              <a:t>Residual Statistics Summary for ARIMA Models</a:t>
            </a:r>
          </a:p>
        </p:txBody>
      </p:sp>
      <p:grpSp>
        <p:nvGrpSpPr>
          <p:cNvPr id="3" name="Google Shape;603;p49">
            <a:extLst>
              <a:ext uri="{8CFE812A-3C0B-4321-8AF0-CA89CF7118B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D3B5AC1-7557-43F1-84A4-91C24A47D2F5}"/>
              </a:ext>
            </a:extLst>
          </p:cNvPr>
          <p:cNvGrpSpPr/>
          <p:nvPr/>
        </p:nvGrpSpPr>
        <p:grpSpPr>
          <a:xfrm>
            <a:off x="529509" y="549327"/>
            <a:ext cx="542582" cy="468398"/>
            <a:chOff x="1727213" y="3674725"/>
            <a:chExt cx="359850" cy="310650"/>
          </a:xfrm>
        </p:grpSpPr>
        <p:sp>
          <p:nvSpPr>
            <p:cNvPr id="4" name="Google Shape;604;p49">
              <a:extLst>
                <a:ext uri="{6C14B824-B58A-460D-925E-C13C493BD6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63FED92-6538-4FD8-8596-693F1767A06F}"/>
                </a:ext>
              </a:extLst>
            </p:cNvPr>
            <p:cNvSpPr/>
            <p:nvPr/>
          </p:nvSpPr>
          <p:spPr>
            <a:xfrm>
              <a:off x="2048588" y="3851825"/>
              <a:ext cx="13875" cy="66400"/>
            </a:xfrm>
            <a:custGeom>
              <a:avLst/>
              <a:gdLst/>
              <a:ahLst/>
              <a:cxnLst/>
              <a:rect l="0" t="0" r="r" b="b"/>
              <a:pathLst>
                <a:path w="555" h="2656">
                  <a:moveTo>
                    <a:pt x="1" y="0"/>
                  </a:moveTo>
                  <a:lnTo>
                    <a:pt x="1" y="2656"/>
                  </a:lnTo>
                  <a:lnTo>
                    <a:pt x="554" y="2656"/>
                  </a:lnTo>
                  <a:lnTo>
                    <a:pt x="554" y="0"/>
                  </a:lnTo>
                  <a:close/>
                </a:path>
              </a:pathLst>
            </a:custGeom>
            <a:solidFill>
              <a:srgbClr val="B2B2B2"/>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5" name="Google Shape;605;p49">
              <a:extLst>
                <a:ext uri="{ECB4DFA5-1DC1-4D63-A656-F5A2C28DCCB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929132-2898-46D4-BF47-FC0B1D8216DD}"/>
                </a:ext>
              </a:extLst>
            </p:cNvPr>
            <p:cNvSpPr/>
            <p:nvPr/>
          </p:nvSpPr>
          <p:spPr>
            <a:xfrm>
              <a:off x="1802038" y="3720600"/>
              <a:ext cx="14900" cy="54350"/>
            </a:xfrm>
            <a:custGeom>
              <a:avLst/>
              <a:gdLst/>
              <a:ahLst/>
              <a:cxnLst/>
              <a:rect l="0" t="0" r="r" b="b"/>
              <a:pathLst>
                <a:path w="596" h="2174">
                  <a:moveTo>
                    <a:pt x="1" y="1"/>
                  </a:moveTo>
                  <a:lnTo>
                    <a:pt x="1" y="2174"/>
                  </a:lnTo>
                  <a:lnTo>
                    <a:pt x="595" y="2174"/>
                  </a:lnTo>
                  <a:lnTo>
                    <a:pt x="595" y="1"/>
                  </a:lnTo>
                  <a:close/>
                </a:path>
              </a:pathLst>
            </a:custGeom>
            <a:solidFill>
              <a:srgbClr val="B2B2B2"/>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6" name="Google Shape;606;p49">
              <a:extLst>
                <a:ext uri="{6D628212-42C3-49B8-912E-4190D11FAD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E96201-3EEC-47F9-B3E2-7B9C3AF3C74A}"/>
                </a:ext>
              </a:extLst>
            </p:cNvPr>
            <p:cNvSpPr/>
            <p:nvPr/>
          </p:nvSpPr>
          <p:spPr>
            <a:xfrm>
              <a:off x="1884062" y="3910499"/>
              <a:ext cx="203000" cy="52575"/>
            </a:xfrm>
            <a:custGeom>
              <a:avLst/>
              <a:gdLst/>
              <a:ahLst/>
              <a:cxnLst/>
              <a:rect l="0" t="0" r="r" b="b"/>
              <a:pathLst>
                <a:path w="8120" h="2103">
                  <a:moveTo>
                    <a:pt x="308" y="1"/>
                  </a:moveTo>
                  <a:cubicBezTo>
                    <a:pt x="134" y="1"/>
                    <a:pt x="0" y="134"/>
                    <a:pt x="0" y="350"/>
                  </a:cubicBezTo>
                  <a:cubicBezTo>
                    <a:pt x="52" y="473"/>
                    <a:pt x="175" y="606"/>
                    <a:pt x="308" y="606"/>
                  </a:cubicBezTo>
                  <a:lnTo>
                    <a:pt x="7012" y="606"/>
                  </a:lnTo>
                  <a:cubicBezTo>
                    <a:pt x="7310" y="606"/>
                    <a:pt x="7525" y="821"/>
                    <a:pt x="7484" y="1118"/>
                  </a:cubicBezTo>
                  <a:cubicBezTo>
                    <a:pt x="7433" y="1334"/>
                    <a:pt x="7228" y="1539"/>
                    <a:pt x="7012" y="1539"/>
                  </a:cubicBezTo>
                  <a:lnTo>
                    <a:pt x="308" y="1539"/>
                  </a:lnTo>
                  <a:cubicBezTo>
                    <a:pt x="134" y="1539"/>
                    <a:pt x="0" y="1672"/>
                    <a:pt x="0" y="1887"/>
                  </a:cubicBezTo>
                  <a:cubicBezTo>
                    <a:pt x="52" y="2010"/>
                    <a:pt x="175" y="2103"/>
                    <a:pt x="308" y="2103"/>
                  </a:cubicBezTo>
                  <a:lnTo>
                    <a:pt x="7012" y="2103"/>
                  </a:lnTo>
                  <a:cubicBezTo>
                    <a:pt x="7648" y="2103"/>
                    <a:pt x="8120" y="1590"/>
                    <a:pt x="8079" y="944"/>
                  </a:cubicBezTo>
                  <a:cubicBezTo>
                    <a:pt x="7997" y="391"/>
                    <a:pt x="7525" y="1"/>
                    <a:pt x="7012" y="1"/>
                  </a:cubicBezTo>
                  <a:close/>
                </a:path>
              </a:pathLst>
            </a:custGeom>
            <a:solidFill>
              <a:srgbClr val="333333"/>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7" name="Google Shape;607;p49">
              <a:extLst>
                <a:ext uri="{3FFA7549-D679-4F62-AB29-FBE0916480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89E316-8BB0-438F-A6FE-092DB16E6DA1}"/>
                </a:ext>
              </a:extLst>
            </p:cNvPr>
            <p:cNvSpPr/>
            <p:nvPr/>
          </p:nvSpPr>
          <p:spPr>
            <a:xfrm>
              <a:off x="1727213" y="3674725"/>
              <a:ext cx="358825" cy="288349"/>
            </a:xfrm>
            <a:custGeom>
              <a:avLst/>
              <a:gdLst/>
              <a:ahLst/>
              <a:cxnLst/>
              <a:rect l="0" t="0" r="r" b="b"/>
              <a:pathLst>
                <a:path w="14353" h="11534">
                  <a:moveTo>
                    <a:pt x="10939" y="595"/>
                  </a:moveTo>
                  <a:cubicBezTo>
                    <a:pt x="12220" y="595"/>
                    <a:pt x="13327" y="1661"/>
                    <a:pt x="13286" y="2984"/>
                  </a:cubicBezTo>
                  <a:cubicBezTo>
                    <a:pt x="13286" y="4224"/>
                    <a:pt x="12220" y="5249"/>
                    <a:pt x="10980" y="5249"/>
                  </a:cubicBezTo>
                  <a:lnTo>
                    <a:pt x="2994" y="5249"/>
                  </a:lnTo>
                  <a:cubicBezTo>
                    <a:pt x="2779" y="5249"/>
                    <a:pt x="2563" y="5075"/>
                    <a:pt x="2522" y="4870"/>
                  </a:cubicBezTo>
                  <a:cubicBezTo>
                    <a:pt x="2481" y="4563"/>
                    <a:pt x="2686" y="4306"/>
                    <a:pt x="2994" y="4306"/>
                  </a:cubicBezTo>
                  <a:lnTo>
                    <a:pt x="10939" y="4306"/>
                  </a:lnTo>
                  <a:cubicBezTo>
                    <a:pt x="11708" y="4306"/>
                    <a:pt x="12343" y="3712"/>
                    <a:pt x="12343" y="2943"/>
                  </a:cubicBezTo>
                  <a:cubicBezTo>
                    <a:pt x="12343" y="2174"/>
                    <a:pt x="11749" y="1538"/>
                    <a:pt x="10980" y="1538"/>
                  </a:cubicBezTo>
                  <a:lnTo>
                    <a:pt x="2994" y="1538"/>
                  </a:lnTo>
                  <a:cubicBezTo>
                    <a:pt x="2779" y="1538"/>
                    <a:pt x="2563" y="1364"/>
                    <a:pt x="2522" y="1149"/>
                  </a:cubicBezTo>
                  <a:cubicBezTo>
                    <a:pt x="2481" y="852"/>
                    <a:pt x="2686" y="595"/>
                    <a:pt x="2994" y="595"/>
                  </a:cubicBezTo>
                  <a:close/>
                  <a:moveTo>
                    <a:pt x="2994" y="1"/>
                  </a:moveTo>
                  <a:cubicBezTo>
                    <a:pt x="2430" y="1"/>
                    <a:pt x="1969" y="421"/>
                    <a:pt x="1917" y="975"/>
                  </a:cubicBezTo>
                  <a:cubicBezTo>
                    <a:pt x="1835" y="1579"/>
                    <a:pt x="2348" y="2133"/>
                    <a:pt x="2994" y="2133"/>
                  </a:cubicBezTo>
                  <a:lnTo>
                    <a:pt x="10939" y="2133"/>
                  </a:lnTo>
                  <a:cubicBezTo>
                    <a:pt x="11359" y="2133"/>
                    <a:pt x="11749" y="2471"/>
                    <a:pt x="11749" y="2902"/>
                  </a:cubicBezTo>
                  <a:cubicBezTo>
                    <a:pt x="11790" y="3373"/>
                    <a:pt x="11400" y="3712"/>
                    <a:pt x="10980" y="3712"/>
                  </a:cubicBezTo>
                  <a:lnTo>
                    <a:pt x="2902" y="3712"/>
                  </a:lnTo>
                  <a:cubicBezTo>
                    <a:pt x="2563" y="3712"/>
                    <a:pt x="2225" y="3886"/>
                    <a:pt x="2092" y="4183"/>
                  </a:cubicBezTo>
                  <a:cubicBezTo>
                    <a:pt x="1794" y="4737"/>
                    <a:pt x="1917" y="5290"/>
                    <a:pt x="2307" y="5588"/>
                  </a:cubicBezTo>
                  <a:cubicBezTo>
                    <a:pt x="810" y="6357"/>
                    <a:pt x="0" y="8243"/>
                    <a:pt x="1026" y="10078"/>
                  </a:cubicBezTo>
                  <a:cubicBezTo>
                    <a:pt x="1538" y="10970"/>
                    <a:pt x="2481" y="11534"/>
                    <a:pt x="3455" y="11534"/>
                  </a:cubicBezTo>
                  <a:lnTo>
                    <a:pt x="4398" y="11534"/>
                  </a:lnTo>
                  <a:cubicBezTo>
                    <a:pt x="4532" y="11534"/>
                    <a:pt x="4655" y="11400"/>
                    <a:pt x="4696" y="11277"/>
                  </a:cubicBezTo>
                  <a:cubicBezTo>
                    <a:pt x="4737" y="11103"/>
                    <a:pt x="4573" y="10929"/>
                    <a:pt x="4398" y="10929"/>
                  </a:cubicBezTo>
                  <a:lnTo>
                    <a:pt x="3763" y="10929"/>
                  </a:lnTo>
                  <a:cubicBezTo>
                    <a:pt x="2307" y="10929"/>
                    <a:pt x="1149" y="9781"/>
                    <a:pt x="1149" y="8325"/>
                  </a:cubicBezTo>
                  <a:cubicBezTo>
                    <a:pt x="1200" y="6961"/>
                    <a:pt x="2307" y="5844"/>
                    <a:pt x="3711" y="5844"/>
                  </a:cubicBezTo>
                  <a:lnTo>
                    <a:pt x="13286" y="5844"/>
                  </a:lnTo>
                  <a:cubicBezTo>
                    <a:pt x="13502" y="5844"/>
                    <a:pt x="13707" y="6018"/>
                    <a:pt x="13758" y="6234"/>
                  </a:cubicBezTo>
                  <a:cubicBezTo>
                    <a:pt x="13799" y="6531"/>
                    <a:pt x="13584" y="6787"/>
                    <a:pt x="13286" y="6787"/>
                  </a:cubicBezTo>
                  <a:lnTo>
                    <a:pt x="3763" y="6787"/>
                  </a:lnTo>
                  <a:cubicBezTo>
                    <a:pt x="2943" y="6787"/>
                    <a:pt x="2266" y="7382"/>
                    <a:pt x="2133" y="8151"/>
                  </a:cubicBezTo>
                  <a:cubicBezTo>
                    <a:pt x="2010" y="9135"/>
                    <a:pt x="2779" y="10037"/>
                    <a:pt x="3763" y="10037"/>
                  </a:cubicBezTo>
                  <a:lnTo>
                    <a:pt x="4398" y="10037"/>
                  </a:lnTo>
                  <a:cubicBezTo>
                    <a:pt x="4532" y="10037"/>
                    <a:pt x="4655" y="9904"/>
                    <a:pt x="4696" y="9781"/>
                  </a:cubicBezTo>
                  <a:cubicBezTo>
                    <a:pt x="4737" y="9565"/>
                    <a:pt x="4573" y="9432"/>
                    <a:pt x="4398" y="9432"/>
                  </a:cubicBezTo>
                  <a:lnTo>
                    <a:pt x="3763" y="9432"/>
                  </a:lnTo>
                  <a:cubicBezTo>
                    <a:pt x="3250" y="9432"/>
                    <a:pt x="2820" y="9094"/>
                    <a:pt x="2738" y="8581"/>
                  </a:cubicBezTo>
                  <a:cubicBezTo>
                    <a:pt x="2604" y="7946"/>
                    <a:pt x="3117" y="7382"/>
                    <a:pt x="3763" y="7382"/>
                  </a:cubicBezTo>
                  <a:lnTo>
                    <a:pt x="13286" y="7382"/>
                  </a:lnTo>
                  <a:cubicBezTo>
                    <a:pt x="13881" y="7382"/>
                    <a:pt x="14353" y="6920"/>
                    <a:pt x="14353" y="6316"/>
                  </a:cubicBezTo>
                  <a:cubicBezTo>
                    <a:pt x="14353" y="5721"/>
                    <a:pt x="13881" y="5249"/>
                    <a:pt x="13286" y="5249"/>
                  </a:cubicBezTo>
                  <a:lnTo>
                    <a:pt x="12733" y="5249"/>
                  </a:lnTo>
                  <a:cubicBezTo>
                    <a:pt x="13409" y="4737"/>
                    <a:pt x="13840" y="3927"/>
                    <a:pt x="13881" y="3025"/>
                  </a:cubicBezTo>
                  <a:cubicBezTo>
                    <a:pt x="13922" y="1364"/>
                    <a:pt x="12600" y="1"/>
                    <a:pt x="10939" y="1"/>
                  </a:cubicBezTo>
                  <a:close/>
                </a:path>
              </a:pathLst>
            </a:custGeom>
            <a:solidFill>
              <a:srgbClr val="333333"/>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sp>
          <p:nvSpPr>
            <p:cNvPr id="8" name="Google Shape;608;p49">
              <a:extLst>
                <a:ext uri="{4C2AD57F-0E74-43F6-91BE-8779BC5205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A022828-BD32-4609-AD04-56B26397A18E}"/>
                </a:ext>
              </a:extLst>
            </p:cNvPr>
            <p:cNvSpPr/>
            <p:nvPr/>
          </p:nvSpPr>
          <p:spPr>
            <a:xfrm>
              <a:off x="1829738" y="3888050"/>
              <a:ext cx="69475" cy="97325"/>
            </a:xfrm>
            <a:custGeom>
              <a:avLst/>
              <a:gdLst/>
              <a:ahLst/>
              <a:cxnLst/>
              <a:rect l="0" t="0" r="r" b="b"/>
              <a:pathLst>
                <a:path w="2779" h="3893">
                  <a:moveTo>
                    <a:pt x="311" y="1"/>
                  </a:moveTo>
                  <a:cubicBezTo>
                    <a:pt x="293" y="1"/>
                    <a:pt x="275" y="3"/>
                    <a:pt x="256" y="7"/>
                  </a:cubicBezTo>
                  <a:cubicBezTo>
                    <a:pt x="82" y="48"/>
                    <a:pt x="0" y="181"/>
                    <a:pt x="0" y="304"/>
                  </a:cubicBezTo>
                  <a:lnTo>
                    <a:pt x="0" y="3595"/>
                  </a:lnTo>
                  <a:cubicBezTo>
                    <a:pt x="0" y="3677"/>
                    <a:pt x="41" y="3769"/>
                    <a:pt x="123" y="3810"/>
                  </a:cubicBezTo>
                  <a:cubicBezTo>
                    <a:pt x="174" y="3851"/>
                    <a:pt x="215" y="3892"/>
                    <a:pt x="297" y="3892"/>
                  </a:cubicBezTo>
                  <a:cubicBezTo>
                    <a:pt x="338" y="3892"/>
                    <a:pt x="431" y="3851"/>
                    <a:pt x="472" y="3810"/>
                  </a:cubicBezTo>
                  <a:lnTo>
                    <a:pt x="1363" y="3083"/>
                  </a:lnTo>
                  <a:lnTo>
                    <a:pt x="2307" y="3810"/>
                  </a:lnTo>
                  <a:cubicBezTo>
                    <a:pt x="2348" y="3851"/>
                    <a:pt x="2412" y="3872"/>
                    <a:pt x="2476" y="3872"/>
                  </a:cubicBezTo>
                  <a:cubicBezTo>
                    <a:pt x="2540" y="3872"/>
                    <a:pt x="2604" y="3851"/>
                    <a:pt x="2645" y="3810"/>
                  </a:cubicBezTo>
                  <a:cubicBezTo>
                    <a:pt x="2737" y="3769"/>
                    <a:pt x="2778" y="3677"/>
                    <a:pt x="2778" y="3595"/>
                  </a:cubicBezTo>
                  <a:lnTo>
                    <a:pt x="2778" y="304"/>
                  </a:lnTo>
                  <a:cubicBezTo>
                    <a:pt x="2778" y="148"/>
                    <a:pt x="2639" y="1"/>
                    <a:pt x="2484" y="1"/>
                  </a:cubicBezTo>
                  <a:cubicBezTo>
                    <a:pt x="2466" y="1"/>
                    <a:pt x="2448" y="3"/>
                    <a:pt x="2430" y="7"/>
                  </a:cubicBezTo>
                  <a:cubicBezTo>
                    <a:pt x="2266" y="48"/>
                    <a:pt x="2173" y="181"/>
                    <a:pt x="2173" y="304"/>
                  </a:cubicBezTo>
                  <a:lnTo>
                    <a:pt x="2173" y="2949"/>
                  </a:lnTo>
                  <a:lnTo>
                    <a:pt x="1579" y="2488"/>
                  </a:lnTo>
                  <a:cubicBezTo>
                    <a:pt x="1517" y="2442"/>
                    <a:pt x="1453" y="2419"/>
                    <a:pt x="1389" y="2419"/>
                  </a:cubicBezTo>
                  <a:cubicBezTo>
                    <a:pt x="1325" y="2419"/>
                    <a:pt x="1261" y="2442"/>
                    <a:pt x="1199" y="2488"/>
                  </a:cubicBezTo>
                  <a:lnTo>
                    <a:pt x="595" y="2949"/>
                  </a:lnTo>
                  <a:lnTo>
                    <a:pt x="595" y="304"/>
                  </a:lnTo>
                  <a:cubicBezTo>
                    <a:pt x="595" y="148"/>
                    <a:pt x="463" y="1"/>
                    <a:pt x="311" y="1"/>
                  </a:cubicBezTo>
                  <a:close/>
                </a:path>
              </a:pathLst>
            </a:custGeom>
            <a:solidFill>
              <a:srgbClr val="B2B2B2"/>
            </a:solidFill>
            <a:ln>
              <a:noFill/>
            </a:ln>
          </p:spPr>
          <p:txBody>
            <a:bodyPr spcFirstLastPara="1" wrap="square" lIns="91425" tIns="91425" rIns="91425" bIns="91425" rtlCol="0" anchor="ctr">
              <a:noAutofit/>
            </a:bodyPr>
            <a:lstStyle/>
            <a:p>
              <a:pPr marL="0" lvl="0" indent="0" algn="ctr" rtl="0">
                <a:spcBef>
                  <a:spcPts val="0"/>
                </a:spcBef>
                <a:spcAft>
                  <a:spcPts val="0"/>
                </a:spcAft>
                <a:buNone/>
              </a:pPr>
              <a:endParaRPr lang="en-US" dirty="0"/>
            </a:p>
          </p:txBody>
        </p:sp>
      </p:grpSp>
      <p:graphicFrame>
        <p:nvGraphicFramePr>
          <p:cNvPr id="9" name="Table 2">
            <a:extLst>
              <a:ext uri="{9F08679F-2B2B-461D-B1B3-29FAC4E399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BE1FFFE-627D-40C4-887E-EB1868873E05}"/>
              </a:ext>
            </a:extLst>
          </p:cNvPr>
          <p:cNvGraphicFramePr>
            <a:graphicFrameLocks noGrp="1"/>
          </p:cNvGraphicFramePr>
          <p:nvPr>
            <p:extLst>
              <p:ext uri="{D42A27DB-BD31-4B8C-83A1-F6EECF244321}">
                <p14:modId xmlns:p14="http://schemas.microsoft.com/office/powerpoint/2010/main" val="1718977715"/>
              </p:ext>
            </p:extLst>
          </p:nvPr>
        </p:nvGraphicFramePr>
        <p:xfrm>
          <a:off x="941348" y="1183507"/>
          <a:ext cx="6831052" cy="2774691"/>
        </p:xfrm>
        <a:graphic>
          <a:graphicData uri="http://schemas.openxmlformats.org/drawingml/2006/table">
            <a:tbl>
              <a:tblPr firstRow="1" bandRow="1">
                <a:tableStyleId>{82DAEFE5-D178-4623-A045-B163BFC16B7D}</a:tableStyleId>
              </a:tblPr>
              <a:tblGrid>
                <a:gridCol w="1707763">
                  <a:extLst>
                    <a:ext uri="{9D8B030D-6E8A-4147-A177-3AD203B41FA5}">
                      <a16:colId xmlns:a16="http://schemas.microsoft.com/office/drawing/2014/main" val="20000"/>
                    </a:ext>
                  </a:extLst>
                </a:gridCol>
                <a:gridCol w="1707763">
                  <a:extLst>
                    <a:ext uri="{9D8B030D-6E8A-4147-A177-3AD203B41FA5}">
                      <a16:colId xmlns:a16="http://schemas.microsoft.com/office/drawing/2014/main" val="20001"/>
                    </a:ext>
                  </a:extLst>
                </a:gridCol>
                <a:gridCol w="1707763">
                  <a:extLst>
                    <a:ext uri="{9D8B030D-6E8A-4147-A177-3AD203B41FA5}">
                      <a16:colId xmlns:a16="http://schemas.microsoft.com/office/drawing/2014/main" val="20003"/>
                    </a:ext>
                  </a:extLst>
                </a:gridCol>
                <a:gridCol w="1707763">
                  <a:extLst>
                    <a:ext uri="{9D8B030D-6E8A-4147-A177-3AD203B41FA5}">
                      <a16:colId xmlns:a16="http://schemas.microsoft.com/office/drawing/2014/main" val="20004"/>
                    </a:ext>
                  </a:extLst>
                </a:gridCol>
              </a:tblGrid>
              <a:tr h="382619">
                <a:tc>
                  <a:txBody>
                    <a:bodyPr/>
                    <a:lstStyle/>
                    <a:p>
                      <a:r>
                        <a:rPr lang="en-IN" b="1" dirty="0">
                          <a:latin typeface="+mn-lt"/>
                        </a:rPr>
                        <a:t>Statistic</a:t>
                      </a:r>
                    </a:p>
                  </a:txBody>
                  <a:tcPr anchor="ctr"/>
                </a:tc>
                <a:tc>
                  <a:txBody>
                    <a:bodyPr/>
                    <a:lstStyle/>
                    <a:p>
                      <a:r>
                        <a:rPr lang="en-IN" b="1" dirty="0">
                          <a:latin typeface="+mn-lt"/>
                        </a:rPr>
                        <a:t>Ideal</a:t>
                      </a:r>
                    </a:p>
                  </a:txBody>
                  <a:tcPr anchor="ctr"/>
                </a:tc>
                <a:tc>
                  <a:txBody>
                    <a:bodyPr/>
                    <a:lstStyle/>
                    <a:p>
                      <a:r>
                        <a:rPr lang="en-IN" b="1" dirty="0">
                          <a:latin typeface="+mn-lt"/>
                        </a:rPr>
                        <a:t>Coal</a:t>
                      </a:r>
                    </a:p>
                  </a:txBody>
                  <a:tcPr anchor="ctr"/>
                </a:tc>
                <a:tc>
                  <a:txBody>
                    <a:bodyPr/>
                    <a:lstStyle/>
                    <a:p>
                      <a:r>
                        <a:rPr lang="en-IN" b="1" dirty="0">
                          <a:latin typeface="+mn-lt"/>
                        </a:rPr>
                        <a:t>Interpretation</a:t>
                      </a:r>
                    </a:p>
                  </a:txBody>
                  <a:tcPr anchor="ctr"/>
                </a:tc>
                <a:extLst>
                  <a:ext uri="{0D108BD9-81ED-4DB2-BD59-A6C34878D82A}">
                    <a16:rowId xmlns:a16="http://schemas.microsoft.com/office/drawing/2014/main" val="10000"/>
                  </a:ext>
                </a:extLst>
              </a:tr>
              <a:tr h="473675">
                <a:tc>
                  <a:txBody>
                    <a:bodyPr/>
                    <a:lstStyle/>
                    <a:p>
                      <a:r>
                        <a:rPr lang="en-US" dirty="0"/>
                        <a:t>Mean</a:t>
                      </a:r>
                    </a:p>
                  </a:txBody>
                  <a:tcPr anchor="ctr"/>
                </a:tc>
                <a:tc>
                  <a:txBody>
                    <a:bodyPr/>
                    <a:lstStyle/>
                    <a:p>
                      <a:r>
                        <a:rPr lang="en-US" dirty="0"/>
                        <a:t>Close to 0</a:t>
                      </a:r>
                    </a:p>
                  </a:txBody>
                  <a:tcPr anchor="ctr"/>
                </a:tc>
                <a:tc>
                  <a:txBody>
                    <a:bodyPr/>
                    <a:lstStyle/>
                    <a:p>
                      <a:r>
                        <a:rPr lang="en-US" dirty="0"/>
                        <a:t>0.49</a:t>
                      </a:r>
                    </a:p>
                  </a:txBody>
                  <a:tcPr anchor="ctr"/>
                </a:tc>
                <a:tc>
                  <a:txBody>
                    <a:bodyPr/>
                    <a:lstStyle/>
                    <a:p>
                      <a:r>
                        <a:rPr lang="en-US" dirty="0"/>
                        <a:t>close to 0 → minimal bias</a:t>
                      </a:r>
                    </a:p>
                  </a:txBody>
                  <a:tcPr anchor="ctr"/>
                </a:tc>
                <a:extLst>
                  <a:ext uri="{0D108BD9-81ED-4DB2-BD59-A6C34878D82A}">
                    <a16:rowId xmlns:a16="http://schemas.microsoft.com/office/drawing/2014/main" val="10001"/>
                  </a:ext>
                </a:extLst>
              </a:tr>
              <a:tr h="473675">
                <a:tc>
                  <a:txBody>
                    <a:bodyPr/>
                    <a:lstStyle/>
                    <a:p>
                      <a:r>
                        <a:rPr lang="en-US" dirty="0"/>
                        <a:t>Variance</a:t>
                      </a:r>
                    </a:p>
                  </a:txBody>
                  <a:tcPr anchor="ctr"/>
                </a:tc>
                <a:tc>
                  <a:txBody>
                    <a:bodyPr/>
                    <a:lstStyle/>
                    <a:p>
                      <a:r>
                        <a:rPr lang="en-US" dirty="0"/>
                        <a:t>Lower is better</a:t>
                      </a:r>
                    </a:p>
                  </a:txBody>
                  <a:tcPr anchor="ctr"/>
                </a:tc>
                <a:tc>
                  <a:txBody>
                    <a:bodyPr/>
                    <a:lstStyle/>
                    <a:p>
                      <a:r>
                        <a:rPr lang="en-US" dirty="0"/>
                        <a:t>8974.21</a:t>
                      </a:r>
                    </a:p>
                  </a:txBody>
                  <a:tcPr anchor="ctr"/>
                </a:tc>
                <a:tc>
                  <a:txBody>
                    <a:bodyPr/>
                    <a:lstStyle/>
                    <a:p>
                      <a:r>
                        <a:rPr lang="en-US" dirty="0"/>
                        <a:t>More Volatile</a:t>
                      </a:r>
                    </a:p>
                  </a:txBody>
                  <a:tcPr anchor="ctr"/>
                </a:tc>
                <a:extLst>
                  <a:ext uri="{0D108BD9-81ED-4DB2-BD59-A6C34878D82A}">
                    <a16:rowId xmlns:a16="http://schemas.microsoft.com/office/drawing/2014/main" val="10002"/>
                  </a:ext>
                </a:extLst>
              </a:tr>
              <a:tr h="668717">
                <a:tc>
                  <a:txBody>
                    <a:bodyPr/>
                    <a:lstStyle/>
                    <a:p>
                      <a:r>
                        <a:rPr lang="en-US" dirty="0"/>
                        <a:t>Skewness</a:t>
                      </a:r>
                    </a:p>
                  </a:txBody>
                  <a:tcPr anchor="ctr"/>
                </a:tc>
                <a:tc>
                  <a:txBody>
                    <a:bodyPr/>
                    <a:lstStyle/>
                    <a:p>
                      <a:r>
                        <a:rPr lang="en-US" dirty="0"/>
                        <a:t>Near 0</a:t>
                      </a:r>
                    </a:p>
                  </a:txBody>
                  <a:tcPr anchor="ctr"/>
                </a:tc>
                <a:tc>
                  <a:txBody>
                    <a:bodyPr/>
                    <a:lstStyle/>
                    <a:p>
                      <a:r>
                        <a:rPr lang="en-US" dirty="0"/>
                        <a:t>-1.15</a:t>
                      </a:r>
                    </a:p>
                  </a:txBody>
                  <a:tcPr anchor="ctr"/>
                </a:tc>
                <a:tc>
                  <a:txBody>
                    <a:bodyPr/>
                    <a:lstStyle/>
                    <a:p>
                      <a:r>
                        <a:rPr lang="en-US" dirty="0"/>
                        <a:t>Slight left skew → more small values</a:t>
                      </a:r>
                    </a:p>
                  </a:txBody>
                  <a:tcPr anchor="ctr"/>
                </a:tc>
                <a:extLst>
                  <a:ext uri="{0D108BD9-81ED-4DB2-BD59-A6C34878D82A}">
                    <a16:rowId xmlns:a16="http://schemas.microsoft.com/office/drawing/2014/main" val="10003"/>
                  </a:ext>
                </a:extLst>
              </a:tr>
              <a:tr h="668717">
                <a:tc>
                  <a:txBody>
                    <a:bodyPr/>
                    <a:lstStyle/>
                    <a:p>
                      <a:r>
                        <a:rPr lang="en-US" dirty="0"/>
                        <a:t>Kurtosis</a:t>
                      </a:r>
                    </a:p>
                  </a:txBody>
                  <a:tcPr anchor="ctr"/>
                </a:tc>
                <a:tc>
                  <a:txBody>
                    <a:bodyPr/>
                    <a:lstStyle/>
                    <a:p>
                      <a:r>
                        <a:rPr lang="en-US" dirty="0"/>
                        <a:t>3</a:t>
                      </a:r>
                    </a:p>
                  </a:txBody>
                  <a:tcPr anchor="ctr"/>
                </a:tc>
                <a:tc>
                  <a:txBody>
                    <a:bodyPr/>
                    <a:lstStyle/>
                    <a:p>
                      <a:r>
                        <a:rPr lang="en-US" dirty="0"/>
                        <a:t>6.02</a:t>
                      </a:r>
                    </a:p>
                  </a:txBody>
                  <a:tcPr anchor="ctr"/>
                </a:tc>
                <a:tc>
                  <a:txBody>
                    <a:bodyPr/>
                    <a:lstStyle/>
                    <a:p>
                      <a:r>
                        <a:rPr lang="en-US" dirty="0"/>
                        <a:t>Heavy tails → presence of outliers</a:t>
                      </a:r>
                    </a:p>
                  </a:txBody>
                  <a:tcPr anchor="ctr"/>
                </a:tc>
                <a:extLst>
                  <a:ext uri="{0D108BD9-81ED-4DB2-BD59-A6C34878D82A}">
                    <a16:rowId xmlns:a16="http://schemas.microsoft.com/office/drawing/2014/main" val="10004"/>
                  </a:ext>
                </a:extLst>
              </a:tr>
            </a:tbl>
          </a:graphicData>
        </a:graphic>
      </p:graphicFrame>
      <p:sp>
        <p:nvSpPr>
          <p:cNvPr id="10" name="TextBox 3">
            <a:extLst>
              <a:ext uri="{6B432C94-5EC6-4CB6-8928-B6A185812FF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1C70929-14A1-4014-8858-774E302C9184}"/>
              </a:ext>
            </a:extLst>
          </p:cNvPr>
          <p:cNvSpPr txBox="1"/>
          <p:nvPr/>
        </p:nvSpPr>
        <p:spPr>
          <a:xfrm>
            <a:off x="854927" y="4327142"/>
            <a:ext cx="7790984" cy="307777"/>
          </a:xfrm>
          <a:prstGeom prst="rect">
            <a:avLst/>
          </a:prstGeom>
          <a:noFill/>
        </p:spPr>
        <p:txBody>
          <a:bodyPr wrap="square" rtlCol="0">
            <a:spAutoFit/>
          </a:bodyPr>
          <a:lstStyle/>
          <a:p>
            <a:r>
              <a:rPr lang="en-US" dirty="0"/>
              <a:t>It shows minimal bias, but coal residuals are more spread out and contain more extreme values.</a:t>
            </a:r>
          </a:p>
        </p:txBody>
      </p:sp>
    </p:spTree>
    <p:extLst>
      <p:ext uri="{5B91DAEB-A96E-4761-982E-38DA2ED2622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Google Shape;397;p41">
            <a:extLst>
              <a:ext uri="{C465D8C8-4C45-4D43-96A0-7A824276B17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D0C949-D03D-4E30-8AEE-3FB59DB33619}"/>
              </a:ext>
            </a:extLst>
          </p:cNvPr>
          <p:cNvSpPr>
            <a:spLocks noGrp="1"/>
          </p:cNvSpPr>
          <p:nvPr>
            <p:ph type="title" idx="10"/>
          </p:nvPr>
        </p:nvSpPr>
        <p:spPr>
          <a:xfrm>
            <a:off x="446048" y="535259"/>
            <a:ext cx="4125951" cy="1182029"/>
          </a:xfrm>
          <a:prstGeom prst="rect">
            <a:avLst/>
          </a:prstGeom>
        </p:spPr>
        <p:txBody>
          <a:bodyPr spcFirstLastPara="1" wrap="square" lIns="91425" tIns="91425" rIns="91425" bIns="91425" rtlCol="0" anchor="t">
            <a:noAutofit/>
          </a:bodyPr>
          <a:lstStyle/>
          <a:p>
            <a:pPr marL="0" lvl="0" indent="0" algn="l" rtl="0">
              <a:spcBef>
                <a:spcPts val="0"/>
              </a:spcBef>
              <a:spcAft>
                <a:spcPts val="0"/>
              </a:spcAft>
              <a:buNone/>
            </a:pPr>
            <a:r>
              <a:rPr lang="en-US" sz="2400" dirty="0"/>
              <a:t>📉 Normality Check of Residuals (Q-Q &amp; P-P Plots)</a:t>
            </a:r>
          </a:p>
        </p:txBody>
      </p:sp>
      <p:sp>
        <p:nvSpPr>
          <p:cNvPr id="3" name="Google Shape;398;p41">
            <a:extLst>
              <a:ext uri="{FA80DB82-B0DF-4BBA-8303-348317E2ADC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0A43FD4-6993-414E-B2BA-F425CD98C469}"/>
              </a:ext>
            </a:extLst>
          </p:cNvPr>
          <p:cNvSpPr>
            <a:spLocks noGrp="1"/>
          </p:cNvSpPr>
          <p:nvPr>
            <p:ph type="subTitle" idx="11"/>
          </p:nvPr>
        </p:nvSpPr>
        <p:spPr>
          <a:xfrm>
            <a:off x="371707" y="1434790"/>
            <a:ext cx="4066478" cy="2732872"/>
          </a:xfrm>
          <a:prstGeom prst="rect">
            <a:avLst/>
          </a:prstGeom>
        </p:spPr>
        <p:txBody>
          <a:bodyPr spcFirstLastPara="1" wrap="square" lIns="91425" tIns="91425" rIns="91425" bIns="91425" rtlCol="0" anchor="t">
            <a:noAutofit/>
          </a:bodyPr>
          <a:lstStyle/>
          <a:p>
            <a:pPr>
              <a:buNone/>
            </a:pPr>
            <a:r>
              <a:rPr lang="en-US" dirty="0"/>
              <a:t>🟩 </a:t>
            </a:r>
            <a:r>
              <a:rPr lang="en-US" b="1" dirty="0">
                <a:latin typeface="Hanken Grotesk"/>
              </a:rPr>
              <a:t>Q-Q Plots (Top)</a:t>
            </a:r>
          </a:p>
          <a:p>
            <a:pPr marL="139701" indent="0"/>
            <a:r>
              <a:rPr lang="en-US" b="1" dirty="0">
                <a:latin typeface="Hanken Grotesk"/>
              </a:rPr>
              <a:t>Coal</a:t>
            </a:r>
            <a:r>
              <a:rPr lang="en-US" dirty="0"/>
              <a:t>: Follows the line better than oil → closer to normal, but still mild deviations.</a:t>
            </a:r>
          </a:p>
          <a:p>
            <a:pPr marL="139701" indent="0"/>
            <a:endParaRPr lang="en-US" dirty="0"/>
          </a:p>
          <a:p>
            <a:pPr>
              <a:buNone/>
            </a:pPr>
            <a:r>
              <a:rPr lang="en-US" dirty="0"/>
              <a:t>🟦 </a:t>
            </a:r>
            <a:r>
              <a:rPr lang="en-US" b="1" dirty="0">
                <a:latin typeface="Hanken Grotesk"/>
              </a:rPr>
              <a:t>P-P Plots (Bottom)</a:t>
            </a:r>
          </a:p>
          <a:p>
            <a:pPr marL="139701" indent="0"/>
            <a:r>
              <a:rPr lang="en-US" b="1" dirty="0">
                <a:latin typeface="Hanken Grotesk"/>
              </a:rPr>
              <a:t>Coal</a:t>
            </a:r>
            <a:r>
              <a:rPr lang="en-US" dirty="0"/>
              <a:t>: Some scatter, but less severe → closer to normal</a:t>
            </a:r>
          </a:p>
          <a:p>
            <a:pPr marL="139699" indent="0"/>
            <a:endParaRPr lang="en-US" dirty="0"/>
          </a:p>
          <a:p>
            <a:pPr marL="0" lvl="0" indent="0" algn="l" rtl="0">
              <a:spcBef>
                <a:spcPts val="0"/>
              </a:spcBef>
              <a:spcAft>
                <a:spcPts val="0"/>
              </a:spcAft>
              <a:buNone/>
            </a:pPr>
            <a:endParaRPr lang="en-US" dirty="0"/>
          </a:p>
        </p:txBody>
      </p:sp>
      <p:pic>
        <p:nvPicPr>
          <p:cNvPr id="4" name="Picture Placeholder 3">
            <a:extLst>
              <a:ext uri="{E289AE28-7E73-4AC5-BFDA-266125C3E26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FEA79A-062C-44C1-BE09-A3A5B45C8821}"/>
              </a:ext>
            </a:extLst>
          </p:cNvPr>
          <p:cNvPicPr>
            <a:picLocks noGrp="1" noChangeAspect="1"/>
          </p:cNvPicPr>
          <p:nvPr>
            <p:ph type="pic" idx="12"/>
          </p:nvPr>
        </p:nvPicPr>
        <p:blipFill>
          <a:blip r:embed="rId3"/>
          <a:srcRect l="48564" r="2800"/>
          <a:stretch/>
        </p:blipFill>
        <p:spPr>
          <a:xfrm>
            <a:off x="5029200" y="677078"/>
            <a:ext cx="3200400" cy="2732872"/>
          </a:xfrm>
          <a:noFill/>
        </p:spPr>
      </p:pic>
      <p:sp>
        <p:nvSpPr>
          <p:cNvPr id="5" name="TextBox 7">
            <a:extLst>
              <a:ext uri="{C62D4A07-8F9D-424A-AF72-41AF856381B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FF03A11-9C48-4C7A-A98E-6B1D5C3D7FD4}"/>
              </a:ext>
            </a:extLst>
          </p:cNvPr>
          <p:cNvSpPr txBox="1"/>
          <p:nvPr/>
        </p:nvSpPr>
        <p:spPr>
          <a:xfrm>
            <a:off x="446048" y="3638551"/>
            <a:ext cx="8467491" cy="738664"/>
          </a:xfrm>
          <a:prstGeom prst="rect">
            <a:avLst/>
          </a:prstGeom>
          <a:noFill/>
        </p:spPr>
        <p:txBody>
          <a:bodyPr wrap="square" rtlCol="0">
            <a:spAutoFit/>
          </a:bodyPr>
          <a:lstStyle/>
          <a:p>
            <a:r>
              <a:rPr lang="en-US" dirty="0"/>
              <a:t>Residual are not perfectly normal. But they </a:t>
            </a:r>
            <a:r>
              <a:rPr lang="en-US" b="1" dirty="0">
                <a:latin typeface="+mj-lt"/>
              </a:rPr>
              <a:t>are closer to a normal distribution</a:t>
            </a:r>
            <a:r>
              <a:rPr lang="en-US" dirty="0"/>
              <a:t>. This suggests the </a:t>
            </a:r>
            <a:r>
              <a:rPr lang="en-US" b="1" dirty="0">
                <a:latin typeface="+mj-lt"/>
              </a:rPr>
              <a:t>coal model may be reliable</a:t>
            </a:r>
            <a:r>
              <a:rPr lang="en-US" dirty="0"/>
              <a:t> for predictions, though it might benefit from further improvement.</a:t>
            </a:r>
          </a:p>
          <a:p>
            <a:endParaRPr lang="en-US" dirty="0"/>
          </a:p>
        </p:txBody>
      </p:sp>
    </p:spTree>
    <p:extLst>
      <p:ext uri="{6CC0483E-BA58-40E2-A666-43D9AEF398B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Google Shape;374;p38">
            <a:extLst>
              <a:ext uri="{EDC3E764-51F7-4849-8C37-D6014C400C6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8D8C7F1-3E32-48C2-B321-079BC067A3BE}"/>
              </a:ext>
            </a:extLst>
          </p:cNvPr>
          <p:cNvSpPr>
            <a:spLocks noGrp="1"/>
          </p:cNvSpPr>
          <p:nvPr>
            <p:ph type="subTitle" idx="11"/>
          </p:nvPr>
        </p:nvSpPr>
        <p:spPr>
          <a:xfrm>
            <a:off x="1040778" y="2877324"/>
            <a:ext cx="7085244" cy="1560860"/>
          </a:xfrm>
          <a:prstGeom prst="rect">
            <a:avLst/>
          </a:prstGeom>
        </p:spPr>
        <p:txBody>
          <a:bodyPr spcFirstLastPara="1" wrap="square" lIns="91425" tIns="91425" rIns="91425" bIns="91425" rtlCol="0" anchor="b">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US" sz="1800" dirty="0"/>
              <a:t>The Shapiro-Wilk test checks if residuals follow a </a:t>
            </a:r>
            <a:r>
              <a:rPr lang="en-US" sz="1800" b="1" dirty="0">
                <a:latin typeface="Hanken Grotesk"/>
              </a:rPr>
              <a:t>normal distribution</a:t>
            </a:r>
            <a:r>
              <a:rPr lang="en-US" sz="1800" dirty="0"/>
              <a:t>.</a:t>
            </a:r>
          </a:p>
          <a:p>
            <a:pPr marL="285750" lvl="0" indent="-285750" algn="l" rtl="0">
              <a:spcBef>
                <a:spcPts val="0"/>
              </a:spcBef>
              <a:spcAft>
                <a:spcPts val="0"/>
              </a:spcAft>
              <a:buChar char="•"/>
            </a:pPr>
            <a:r>
              <a:rPr lang="en-US" sz="1800" dirty="0"/>
              <a:t> Coal models </a:t>
            </a:r>
            <a:r>
              <a:rPr lang="en-US" sz="1800" b="1" dirty="0">
                <a:latin typeface="Hanken Grotesk"/>
              </a:rPr>
              <a:t>fail the test</a:t>
            </a:r>
            <a:r>
              <a:rPr lang="en-US" sz="1800" dirty="0"/>
              <a:t> → residuals </a:t>
            </a:r>
            <a:r>
              <a:rPr lang="en-US" sz="1800" b="1" dirty="0">
                <a:latin typeface="Hanken Grotesk"/>
              </a:rPr>
              <a:t>not normal</a:t>
            </a:r>
          </a:p>
          <a:p>
            <a:pPr marL="342900" lvl="0" indent="-342900" algn="l" rtl="0">
              <a:spcBef>
                <a:spcPts val="0"/>
              </a:spcBef>
              <a:spcAft>
                <a:spcPts val="0"/>
              </a:spcAft>
              <a:buChar char="•"/>
            </a:pPr>
            <a:r>
              <a:rPr lang="en-IN" sz="1800" dirty="0"/>
              <a:t>Suggest </a:t>
            </a:r>
            <a:r>
              <a:rPr lang="en-US" sz="1800" dirty="0"/>
              <a:t>ARIMA may miss some patterns, especially nonlinear or extreme values</a:t>
            </a:r>
          </a:p>
        </p:txBody>
      </p:sp>
      <p:sp>
        <p:nvSpPr>
          <p:cNvPr id="3" name="Google Shape;375;p38">
            <a:extLst>
              <a:ext uri="{F3153589-14E6-4E6E-AD2D-D963E1504D6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788C347-F8D7-4313-9051-51DDEB93DC89}"/>
              </a:ext>
            </a:extLst>
          </p:cNvPr>
          <p:cNvSpPr>
            <a:spLocks noGrp="1"/>
          </p:cNvSpPr>
          <p:nvPr>
            <p:ph type="title" idx="10"/>
          </p:nvPr>
        </p:nvSpPr>
        <p:spPr>
          <a:xfrm>
            <a:off x="1615050" y="512958"/>
            <a:ext cx="5913900" cy="594729"/>
          </a:xfrm>
          <a:prstGeom prst="rect">
            <a:avLst/>
          </a:prstGeom>
        </p:spPr>
        <p:txBody>
          <a:bodyPr spcFirstLastPara="1" wrap="square" lIns="91425" tIns="91425" rIns="91425" bIns="91425" rtlCol="0" anchor="t">
            <a:noAutofit/>
          </a:bodyPr>
          <a:lstStyle/>
          <a:p>
            <a:pPr marL="0" lvl="0" indent="0" algn="ctr" rtl="0">
              <a:spcBef>
                <a:spcPts val="0"/>
              </a:spcBef>
              <a:spcAft>
                <a:spcPts val="0"/>
              </a:spcAft>
              <a:buNone/>
            </a:pPr>
            <a:r>
              <a:rPr lang="en-US" dirty="0"/>
              <a:t>Shapiro-Wilk Normality Test</a:t>
            </a:r>
          </a:p>
        </p:txBody>
      </p:sp>
      <p:graphicFrame>
        <p:nvGraphicFramePr>
          <p:cNvPr id="4" name="Table 1">
            <a:extLst>
              <a:ext uri="{EE922A78-D382-4CFF-81D7-6603E5B685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FFC20E-FF6C-449B-BEA4-E311CC117C9E}"/>
              </a:ext>
            </a:extLst>
          </p:cNvPr>
          <p:cNvGraphicFramePr>
            <a:graphicFrameLocks noGrp="1"/>
          </p:cNvGraphicFramePr>
          <p:nvPr>
            <p:extLst>
              <p:ext uri="{D42A27DB-BD31-4B8C-83A1-F6EECF244321}">
                <p14:modId xmlns:p14="http://schemas.microsoft.com/office/powerpoint/2010/main" val="2854593015"/>
              </p:ext>
            </p:extLst>
          </p:nvPr>
        </p:nvGraphicFramePr>
        <p:xfrm>
          <a:off x="1040778" y="1657350"/>
          <a:ext cx="7085248" cy="914400"/>
        </p:xfrm>
        <a:graphic>
          <a:graphicData uri="http://schemas.openxmlformats.org/drawingml/2006/table">
            <a:tbl>
              <a:tblPr firstRow="1" bandRow="1">
                <a:tableStyleId>{AEB42205-120F-413C-80CF-4D6C4AEE8C77}</a:tableStyleId>
              </a:tblPr>
              <a:tblGrid>
                <a:gridCol w="1771312">
                  <a:extLst>
                    <a:ext uri="{9D8B030D-6E8A-4147-A177-3AD203B41FA5}">
                      <a16:colId xmlns:a16="http://schemas.microsoft.com/office/drawing/2014/main" val="20000"/>
                    </a:ext>
                  </a:extLst>
                </a:gridCol>
                <a:gridCol w="1771312">
                  <a:extLst>
                    <a:ext uri="{9D8B030D-6E8A-4147-A177-3AD203B41FA5}">
                      <a16:colId xmlns:a16="http://schemas.microsoft.com/office/drawing/2014/main" val="20001"/>
                    </a:ext>
                  </a:extLst>
                </a:gridCol>
                <a:gridCol w="1771312">
                  <a:extLst>
                    <a:ext uri="{9D8B030D-6E8A-4147-A177-3AD203B41FA5}">
                      <a16:colId xmlns:a16="http://schemas.microsoft.com/office/drawing/2014/main" val="20002"/>
                    </a:ext>
                  </a:extLst>
                </a:gridCol>
                <a:gridCol w="1771312">
                  <a:extLst>
                    <a:ext uri="{9D8B030D-6E8A-4147-A177-3AD203B41FA5}">
                      <a16:colId xmlns:a16="http://schemas.microsoft.com/office/drawing/2014/main" val="20003"/>
                    </a:ext>
                  </a:extLst>
                </a:gridCol>
              </a:tblGrid>
              <a:tr h="357003">
                <a:tc>
                  <a:txBody>
                    <a:bodyPr/>
                    <a:lstStyle/>
                    <a:p>
                      <a:r>
                        <a:rPr lang="en-IN" b="1" dirty="0">
                          <a:latin typeface="+mn-lt"/>
                        </a:rPr>
                        <a:t>Model</a:t>
                      </a:r>
                    </a:p>
                  </a:txBody>
                  <a:tcPr anchor="ctr"/>
                </a:tc>
                <a:tc>
                  <a:txBody>
                    <a:bodyPr/>
                    <a:lstStyle/>
                    <a:p>
                      <a:r>
                        <a:rPr lang="en-IN" b="1" dirty="0">
                          <a:latin typeface="+mn-lt"/>
                        </a:rPr>
                        <a:t>W Statistic</a:t>
                      </a:r>
                    </a:p>
                  </a:txBody>
                  <a:tcPr anchor="ctr"/>
                </a:tc>
                <a:tc>
                  <a:txBody>
                    <a:bodyPr/>
                    <a:lstStyle/>
                    <a:p>
                      <a:r>
                        <a:rPr lang="en-IN" b="1" dirty="0">
                          <a:latin typeface="+mn-lt"/>
                        </a:rPr>
                        <a:t>p-value</a:t>
                      </a:r>
                    </a:p>
                  </a:txBody>
                  <a:tcPr anchor="ctr"/>
                </a:tc>
                <a:tc>
                  <a:txBody>
                    <a:bodyPr/>
                    <a:lstStyle/>
                    <a:p>
                      <a:r>
                        <a:rPr lang="en-IN" b="1" dirty="0">
                          <a:latin typeface="+mn-lt"/>
                        </a:rPr>
                        <a:t>Conclusion</a:t>
                      </a:r>
                    </a:p>
                  </a:txBody>
                  <a:tcPr anchor="ctr"/>
                </a:tc>
                <a:extLst>
                  <a:ext uri="{0D108BD9-81ED-4DB2-BD59-A6C34878D82A}">
                    <a16:rowId xmlns:a16="http://schemas.microsoft.com/office/drawing/2014/main" val="10000"/>
                  </a:ext>
                </a:extLst>
              </a:tr>
              <a:tr h="557397">
                <a:tc>
                  <a:txBody>
                    <a:bodyPr/>
                    <a:lstStyle/>
                    <a:p>
                      <a:r>
                        <a:rPr lang="en-US" dirty="0"/>
                        <a:t>Coal</a:t>
                      </a:r>
                    </a:p>
                  </a:txBody>
                  <a:tcPr anchor="ctr"/>
                </a:tc>
                <a:tc>
                  <a:txBody>
                    <a:bodyPr/>
                    <a:lstStyle/>
                    <a:p>
                      <a:r>
                        <a:rPr lang="en-US" dirty="0"/>
                        <a:t>0.897</a:t>
                      </a:r>
                    </a:p>
                  </a:txBody>
                  <a:tcPr anchor="ctr"/>
                </a:tc>
                <a:tc>
                  <a:txBody>
                    <a:bodyPr/>
                    <a:lstStyle/>
                    <a:p>
                      <a:r>
                        <a:rPr lang="en-US" dirty="0"/>
                        <a:t>&lt; 0.0001</a:t>
                      </a:r>
                    </a:p>
                  </a:txBody>
                  <a:tcPr anchor="ctr"/>
                </a:tc>
                <a:tc>
                  <a:txBody>
                    <a:bodyPr/>
                    <a:lstStyle/>
                    <a:p>
                      <a:r>
                        <a:rPr lang="en-US" dirty="0"/>
                        <a:t>Not normally distributed </a:t>
                      </a:r>
                    </a:p>
                  </a:txBody>
                  <a:tcPr anchor="ctr"/>
                </a:tc>
                <a:extLst>
                  <a:ext uri="{0D108BD9-81ED-4DB2-BD59-A6C34878D82A}">
                    <a16:rowId xmlns:a16="http://schemas.microsoft.com/office/drawing/2014/main" val="10002"/>
                  </a:ext>
                </a:extLst>
              </a:tr>
            </a:tbl>
          </a:graphicData>
        </a:graphic>
      </p:graphicFrame>
    </p:spTree>
    <p:extLst>
      <p:ext uri="{16CA9D1C-5C54-4148-A94D-8113E1DC30E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sp>
        <p:nvSpPr>
          <p:cNvPr id="2" name="Google Shape;844;p59">
            <a:extLst>
              <a:ext uri="{23F01E5A-F1BB-4BB3-A97A-B8A54DA4FE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36FA177-F2DE-480B-BF69-87DA896CC741}"/>
              </a:ext>
            </a:extLst>
          </p:cNvPr>
          <p:cNvSpPr>
            <a:spLocks noGrp="1"/>
          </p:cNvSpPr>
          <p:nvPr>
            <p:ph type="title" idx="10"/>
          </p:nvPr>
        </p:nvSpPr>
        <p:spPr>
          <a:xfrm>
            <a:off x="228600" y="350520"/>
            <a:ext cx="8770619"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Checking the NNAR(4,2) Model for Coal Emissions</a:t>
            </a:r>
          </a:p>
        </p:txBody>
      </p:sp>
      <p:graphicFrame>
        <p:nvGraphicFramePr>
          <p:cNvPr id="3" name="Table 6">
            <a:extLst>
              <a:ext uri="{1CA20DC0-8BD7-4A68-8448-F4BC2839851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8348D9C-AB2A-46C2-8EAE-2945D66F9D52}"/>
              </a:ext>
            </a:extLst>
          </p:cNvPr>
          <p:cNvGraphicFramePr>
            <a:graphicFrameLocks noGrp="1"/>
          </p:cNvGraphicFramePr>
          <p:nvPr/>
        </p:nvGraphicFramePr>
        <p:xfrm>
          <a:off x="464820" y="932976"/>
          <a:ext cx="4693920" cy="2457768"/>
        </p:xfrm>
        <a:graphic>
          <a:graphicData uri="http://schemas.openxmlformats.org/drawingml/2006/table">
            <a:tbl>
              <a:tblPr firstRow="1" bandRow="1">
                <a:tableStyleId>{DB747F47-129A-4CAC-9FEC-4DA0B4D4C169}</a:tableStyleId>
              </a:tblPr>
              <a:tblGrid>
                <a:gridCol w="2346960">
                  <a:extLst>
                    <a:ext uri="{9D8B030D-6E8A-4147-A177-3AD203B41FA5}">
                      <a16:colId xmlns:a16="http://schemas.microsoft.com/office/drawing/2014/main" val="20000"/>
                    </a:ext>
                  </a:extLst>
                </a:gridCol>
                <a:gridCol w="2346960">
                  <a:extLst>
                    <a:ext uri="{9D8B030D-6E8A-4147-A177-3AD203B41FA5}">
                      <a16:colId xmlns:a16="http://schemas.microsoft.com/office/drawing/2014/main" val="20001"/>
                    </a:ext>
                  </a:extLst>
                </a:gridCol>
              </a:tblGrid>
              <a:tr h="291383">
                <a:tc>
                  <a:txBody>
                    <a:bodyPr/>
                    <a:lstStyle/>
                    <a:p>
                      <a:r>
                        <a:rPr lang="en-IN" b="1" dirty="0">
                          <a:latin typeface="+mn-lt"/>
                        </a:rPr>
                        <a:t>Plot</a:t>
                      </a:r>
                    </a:p>
                  </a:txBody>
                  <a:tcPr anchor="ctr"/>
                </a:tc>
                <a:tc>
                  <a:txBody>
                    <a:bodyPr/>
                    <a:lstStyle/>
                    <a:p>
                      <a:r>
                        <a:rPr lang="en-IN" b="1" dirty="0">
                          <a:latin typeface="+mn-lt"/>
                        </a:rPr>
                        <a:t>Insight</a:t>
                      </a:r>
                    </a:p>
                  </a:txBody>
                  <a:tcPr anchor="ctr"/>
                </a:tc>
                <a:extLst>
                  <a:ext uri="{0D108BD9-81ED-4DB2-BD59-A6C34878D82A}">
                    <a16:rowId xmlns:a16="http://schemas.microsoft.com/office/drawing/2014/main" val="10000"/>
                  </a:ext>
                </a:extLst>
              </a:tr>
              <a:tr h="903288">
                <a:tc>
                  <a:txBody>
                    <a:bodyPr/>
                    <a:lstStyle/>
                    <a:p>
                      <a:r>
                        <a:rPr lang="en-IN" b="1" dirty="0">
                          <a:latin typeface="+mn-lt"/>
                        </a:rPr>
                        <a:t>Time Plot</a:t>
                      </a:r>
                    </a:p>
                  </a:txBody>
                  <a:tcPr anchor="ctr"/>
                </a:tc>
                <a:tc>
                  <a:txBody>
                    <a:bodyPr/>
                    <a:lstStyle/>
                    <a:p>
                      <a:r>
                        <a:rPr lang="en-US" dirty="0"/>
                        <a:t>Residual spread changes over time → possible </a:t>
                      </a:r>
                      <a:r>
                        <a:rPr lang="en-US" b="1" dirty="0">
                          <a:latin typeface="+mn-lt"/>
                        </a:rPr>
                        <a:t>heteroskedasticity</a:t>
                      </a:r>
                      <a:r>
                        <a:rPr lang="en-US" dirty="0"/>
                        <a:t> </a:t>
                      </a:r>
                    </a:p>
                  </a:txBody>
                  <a:tcPr anchor="ctr"/>
                </a:tc>
                <a:extLst>
                  <a:ext uri="{0D108BD9-81ED-4DB2-BD59-A6C34878D82A}">
                    <a16:rowId xmlns:a16="http://schemas.microsoft.com/office/drawing/2014/main" val="10001"/>
                  </a:ext>
                </a:extLst>
              </a:tr>
              <a:tr h="699320">
                <a:tc>
                  <a:txBody>
                    <a:bodyPr/>
                    <a:lstStyle/>
                    <a:p>
                      <a:r>
                        <a:rPr lang="en-IN" b="1" dirty="0">
                          <a:latin typeface="+mn-lt"/>
                        </a:rPr>
                        <a:t>ACF Plot</a:t>
                      </a:r>
                    </a:p>
                  </a:txBody>
                  <a:tcPr anchor="ctr"/>
                </a:tc>
                <a:tc>
                  <a:txBody>
                    <a:bodyPr/>
                    <a:lstStyle/>
                    <a:p>
                      <a:r>
                        <a:rPr lang="en-US" dirty="0"/>
                        <a:t>Some mild autocorrelation → a few </a:t>
                      </a:r>
                      <a:r>
                        <a:rPr lang="en-US" b="1" dirty="0">
                          <a:latin typeface="+mn-lt"/>
                        </a:rPr>
                        <a:t>patterns may be left</a:t>
                      </a:r>
                      <a:r>
                        <a:rPr lang="en-US" dirty="0"/>
                        <a:t> in the data </a:t>
                      </a:r>
                    </a:p>
                  </a:txBody>
                  <a:tcPr anchor="ctr"/>
                </a:tc>
                <a:extLst>
                  <a:ext uri="{0D108BD9-81ED-4DB2-BD59-A6C34878D82A}">
                    <a16:rowId xmlns:a16="http://schemas.microsoft.com/office/drawing/2014/main" val="10002"/>
                  </a:ext>
                </a:extLst>
              </a:tr>
              <a:tr h="495352">
                <a:tc>
                  <a:txBody>
                    <a:bodyPr/>
                    <a:lstStyle/>
                    <a:p>
                      <a:r>
                        <a:rPr lang="en-IN" b="1" dirty="0">
                          <a:latin typeface="+mn-lt"/>
                        </a:rPr>
                        <a:t>Histogram</a:t>
                      </a:r>
                    </a:p>
                  </a:txBody>
                  <a:tcPr anchor="ctr"/>
                </a:tc>
                <a:tc>
                  <a:txBody>
                    <a:bodyPr/>
                    <a:lstStyle/>
                    <a:p>
                      <a:r>
                        <a:rPr lang="en-US" dirty="0"/>
                        <a:t>Residuals centered around 0 ,but </a:t>
                      </a:r>
                      <a:r>
                        <a:rPr lang="en-US" b="1" dirty="0">
                          <a:latin typeface="+mn-lt"/>
                        </a:rPr>
                        <a:t>slightly skewed</a:t>
                      </a:r>
                      <a:r>
                        <a:rPr lang="en-US" dirty="0"/>
                        <a:t> </a:t>
                      </a:r>
                    </a:p>
                  </a:txBody>
                  <a:tcPr anchor="ctr"/>
                </a:tc>
                <a:extLst>
                  <a:ext uri="{0D108BD9-81ED-4DB2-BD59-A6C34878D82A}">
                    <a16:rowId xmlns:a16="http://schemas.microsoft.com/office/drawing/2014/main" val="10003"/>
                  </a:ext>
                </a:extLst>
              </a:tr>
            </a:tbl>
          </a:graphicData>
        </a:graphic>
      </p:graphicFrame>
      <p:sp>
        <p:nvSpPr>
          <p:cNvPr id="4" name="TextBox 11">
            <a:extLst>
              <a:ext uri="{9893C6EE-9A38-4ACB-B91D-8605DCA8BA3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6B788C5-8BF9-4326-8FDB-915AAC1953AD}"/>
              </a:ext>
            </a:extLst>
          </p:cNvPr>
          <p:cNvSpPr txBox="1"/>
          <p:nvPr/>
        </p:nvSpPr>
        <p:spPr>
          <a:xfrm>
            <a:off x="464820" y="3583259"/>
            <a:ext cx="4693920" cy="738664"/>
          </a:xfrm>
          <a:prstGeom prst="rect">
            <a:avLst/>
          </a:prstGeom>
          <a:noFill/>
        </p:spPr>
        <p:txBody>
          <a:bodyPr wrap="square" rtlCol="0">
            <a:spAutoFit/>
          </a:bodyPr>
          <a:lstStyle/>
          <a:p>
            <a:pPr>
              <a:buNone/>
            </a:pPr>
            <a:r>
              <a:rPr lang="en-US" b="1" dirty="0">
                <a:latin typeface="+mj-lt"/>
              </a:rPr>
              <a:t>Ljung-Box Test Result</a:t>
            </a:r>
          </a:p>
          <a:p>
            <a:pPr marL="285750" indent="-285750">
              <a:buChar char="•"/>
            </a:pPr>
            <a:r>
              <a:rPr lang="en-US" b="1" dirty="0">
                <a:latin typeface="+mj-lt"/>
              </a:rPr>
              <a:t>p-value = 0.5452</a:t>
            </a:r>
            <a:r>
              <a:rPr lang="en-US" dirty="0"/>
              <a:t> → Residuals act like </a:t>
            </a:r>
            <a:r>
              <a:rPr lang="en-US" b="1" dirty="0">
                <a:latin typeface="+mj-lt"/>
              </a:rPr>
              <a:t>white noise</a:t>
            </a:r>
          </a:p>
          <a:p>
            <a:pPr marL="285750" indent="-285750">
              <a:buChar char="•"/>
            </a:pPr>
            <a:r>
              <a:rPr lang="en-US" dirty="0"/>
              <a:t>Suggests the model captured most key patterns</a:t>
            </a:r>
          </a:p>
        </p:txBody>
      </p:sp>
      <p:sp>
        <p:nvSpPr>
          <p:cNvPr id="5" name="TextBox 12">
            <a:extLst>
              <a:ext uri="{1A0DC672-A724-4F2D-AFD2-77C90298A8A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BD016A3-1ADE-4921-BC5A-6021557C28A3}"/>
              </a:ext>
            </a:extLst>
          </p:cNvPr>
          <p:cNvSpPr txBox="1"/>
          <p:nvPr/>
        </p:nvSpPr>
        <p:spPr>
          <a:xfrm>
            <a:off x="464820" y="4296937"/>
            <a:ext cx="8214359" cy="523220"/>
          </a:xfrm>
          <a:prstGeom prst="rect">
            <a:avLst/>
          </a:prstGeom>
          <a:noFill/>
        </p:spPr>
        <p:txBody>
          <a:bodyPr wrap="square" rtlCol="0">
            <a:spAutoFit/>
          </a:bodyPr>
          <a:lstStyle/>
          <a:p>
            <a:r>
              <a:rPr lang="en-US" dirty="0"/>
              <a:t>Here, Minor issues with skewness and autocorrelation remain , but overall, the model </a:t>
            </a:r>
            <a:r>
              <a:rPr lang="en-US" b="1" dirty="0">
                <a:latin typeface="+mj-lt"/>
              </a:rPr>
              <a:t>performs reasonably</a:t>
            </a:r>
            <a:r>
              <a:rPr lang="en-US" dirty="0"/>
              <a:t> and is useful for forecasting.</a:t>
            </a:r>
          </a:p>
        </p:txBody>
      </p:sp>
      <p:pic>
        <p:nvPicPr>
          <p:cNvPr id="6" name="Picture 3">
            <a:extLst>
              <a:ext uri="{6131E218-1F52-4163-B0FE-C887F59E2E6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F90F52-1615-4C3B-9A70-1B98FA5BCC41}"/>
              </a:ext>
            </a:extLst>
          </p:cNvPr>
          <p:cNvPicPr>
            <a:picLocks noChangeAspect="1"/>
          </p:cNvPicPr>
          <p:nvPr/>
        </p:nvPicPr>
        <p:blipFill>
          <a:blip r:embed="rId3"/>
          <a:stretch>
            <a:fillRect/>
          </a:stretch>
        </p:blipFill>
        <p:spPr>
          <a:xfrm>
            <a:off x="5406945" y="932976"/>
            <a:ext cx="3179494" cy="3207843"/>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Tree>
    <p:extLst>
      <p:ext uri="{02B8AB37-03FA-4BAD-803F-7B448EC4D4B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sp>
        <p:nvSpPr>
          <p:cNvPr id="2" name="Google Shape;397;p41">
            <a:extLst>
              <a:ext uri="{819E3D8B-B3E9-4825-B197-ECA16FB6913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E6227DD-4AB2-40A1-BB13-148BEDA50DBB}"/>
              </a:ext>
            </a:extLst>
          </p:cNvPr>
          <p:cNvSpPr>
            <a:spLocks noGrp="1"/>
          </p:cNvSpPr>
          <p:nvPr>
            <p:ph type="title" idx="10"/>
          </p:nvPr>
        </p:nvSpPr>
        <p:spPr>
          <a:xfrm>
            <a:off x="304800" y="379141"/>
            <a:ext cx="8541834" cy="596697"/>
          </a:xfrm>
          <a:prstGeom prst="rect">
            <a:avLst/>
          </a:prstGeom>
        </p:spPr>
        <p:txBody>
          <a:bodyPr spcFirstLastPara="1" wrap="square" lIns="91425" tIns="91425" rIns="91425" bIns="91425" rtlCol="0" anchor="t">
            <a:noAutofit/>
          </a:bodyPr>
          <a:lstStyle/>
          <a:p>
            <a:pPr marL="0" lvl="0" indent="0" algn="l" rtl="0">
              <a:spcBef>
                <a:spcPts val="0"/>
              </a:spcBef>
              <a:spcAft>
                <a:spcPts val="0"/>
              </a:spcAft>
              <a:buNone/>
            </a:pPr>
            <a:r>
              <a:rPr lang="en-US" sz="2400" dirty="0"/>
              <a:t>NNAR Model – Fitted vs Actual ( Coal CO₂ Emissions)</a:t>
            </a:r>
          </a:p>
        </p:txBody>
      </p:sp>
      <p:sp>
        <p:nvSpPr>
          <p:cNvPr id="3" name="Google Shape;398;p41">
            <a:extLst>
              <a:ext uri="{D1FC6937-78CC-4693-A3E9-9A8A0C7251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1D3A145-931D-4C84-87C9-F5BBD2F0F7C7}"/>
              </a:ext>
            </a:extLst>
          </p:cNvPr>
          <p:cNvSpPr>
            <a:spLocks noGrp="1"/>
          </p:cNvSpPr>
          <p:nvPr>
            <p:ph type="subTitle" idx="11"/>
          </p:nvPr>
        </p:nvSpPr>
        <p:spPr>
          <a:xfrm>
            <a:off x="319670" y="1047750"/>
            <a:ext cx="4118517" cy="3191823"/>
          </a:xfrm>
          <a:prstGeom prst="rect">
            <a:avLst/>
          </a:prstGeom>
        </p:spPr>
        <p:txBody>
          <a:bodyPr spcFirstLastPara="1" wrap="square" lIns="91425" tIns="91425" rIns="91425" bIns="91425" rtlCol="0" anchor="t">
            <a:noAutofit/>
          </a:bodyPr>
          <a:lstStyle/>
          <a:p>
            <a:pPr marL="0" lvl="0" indent="0" algn="l" rtl="0">
              <a:spcBef>
                <a:spcPts val="0"/>
              </a:spcBef>
              <a:spcAft>
                <a:spcPts val="0"/>
              </a:spcAft>
              <a:buNone/>
            </a:pPr>
            <a:br>
              <a:rPr lang="en-US" dirty="0"/>
            </a:br>
            <a:r>
              <a:rPr lang="en-US" dirty="0"/>
              <a:t>🔹 </a:t>
            </a:r>
            <a:r>
              <a:rPr lang="en-US" sz="1600" dirty="0"/>
              <a:t>Lines are </a:t>
            </a:r>
            <a:r>
              <a:rPr lang="en-US" sz="1600" b="1" dirty="0">
                <a:latin typeface="Hanken Grotesk"/>
              </a:rPr>
              <a:t>mostly close</a:t>
            </a:r>
            <a:r>
              <a:rPr lang="en-US" sz="1600" dirty="0"/>
              <a:t>, with </a:t>
            </a:r>
            <a:r>
              <a:rPr lang="en-US" sz="1600" b="1" dirty="0">
                <a:latin typeface="Hanken Grotesk"/>
              </a:rPr>
              <a:t>small differences</a:t>
            </a:r>
            <a:r>
              <a:rPr lang="en-US" sz="1600" dirty="0"/>
              <a:t> in a few places</a:t>
            </a:r>
            <a:br>
              <a:rPr lang="en-US" sz="1600" dirty="0"/>
            </a:br>
            <a:r>
              <a:rPr lang="en-US" sz="1600" dirty="0"/>
              <a:t>🔹 Still does a </a:t>
            </a:r>
            <a:r>
              <a:rPr lang="en-US" sz="1600" b="1" dirty="0">
                <a:latin typeface="Hanken Grotesk"/>
              </a:rPr>
              <a:t>good job</a:t>
            </a:r>
            <a:r>
              <a:rPr lang="en-US" sz="1600" dirty="0"/>
              <a:t> capturing the </a:t>
            </a:r>
            <a:r>
              <a:rPr lang="en-US" sz="1600" b="1" dirty="0">
                <a:latin typeface="Hanken Grotesk"/>
              </a:rPr>
              <a:t>rise and fall</a:t>
            </a:r>
            <a:r>
              <a:rPr lang="en-US" sz="1600" dirty="0"/>
              <a:t> in coal emissions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sz="1600" dirty="0"/>
              <a:t>The NNAR model shows </a:t>
            </a:r>
            <a:r>
              <a:rPr lang="en-US" sz="1600" b="1" dirty="0">
                <a:latin typeface="Hanken Grotesk"/>
              </a:rPr>
              <a:t>high predictive accuracy</a:t>
            </a:r>
            <a:br>
              <a:rPr lang="en-US" sz="1600" dirty="0"/>
            </a:br>
            <a:r>
              <a:rPr lang="en-US" sz="1600" dirty="0"/>
              <a:t>→ It effectively matches the real emission patterns for coal.</a:t>
            </a:r>
          </a:p>
        </p:txBody>
      </p:sp>
      <p:pic>
        <p:nvPicPr>
          <p:cNvPr id="4" name="Picture Placeholder 4">
            <a:extLst>
              <a:ext uri="{2D1B947B-8D27-4BFE-B44C-E028062E0FA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0CCE35-BB83-4459-A5F6-9E35C58C7189}"/>
              </a:ext>
            </a:extLst>
          </p:cNvPr>
          <p:cNvPicPr>
            <a:picLocks noGrp="1" noChangeAspect="1"/>
          </p:cNvPicPr>
          <p:nvPr>
            <p:ph type="pic" idx="12"/>
          </p:nvPr>
        </p:nvPicPr>
        <p:blipFill>
          <a:blip r:embed="rId3"/>
          <a:srcRect l="-333" t="45662" r="4018"/>
          <a:stretch/>
        </p:blipFill>
        <p:spPr>
          <a:xfrm>
            <a:off x="4705814" y="1123950"/>
            <a:ext cx="4140820" cy="3420279"/>
          </a:xfrm>
          <a:noFill/>
        </p:spPr>
      </p:pic>
    </p:spTree>
    <p:extLst>
      <p:ext uri="{0D68F9DB-CFB7-4933-BB22-55CDB1D5FC0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sp>
        <p:nvSpPr>
          <p:cNvPr id="2" name="Google Shape;414;p43">
            <a:extLst>
              <a:ext uri="{8E19DF05-F89F-45BD-B3C7-D2D075567CE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F1D9DD-3A1B-4D7E-B4B8-4A26677CC547}"/>
              </a:ext>
            </a:extLst>
          </p:cNvPr>
          <p:cNvSpPr>
            <a:spLocks noGrp="1"/>
          </p:cNvSpPr>
          <p:nvPr>
            <p:ph type="title" idx="10"/>
          </p:nvPr>
        </p:nvSpPr>
        <p:spPr>
          <a:xfrm>
            <a:off x="1323277" y="631902"/>
            <a:ext cx="6176272" cy="602166"/>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IN" sz="2800" dirty="0"/>
              <a:t>Hybrid ARIMA–NNAR Model</a:t>
            </a:r>
          </a:p>
        </p:txBody>
      </p:sp>
      <p:sp>
        <p:nvSpPr>
          <p:cNvPr id="3" name="TextBox 3">
            <a:extLst>
              <a:ext uri="{BA33271C-81F6-4845-B07E-84237C5835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96E1A1-94E4-45A1-BCFD-D0DDBE92E373}"/>
              </a:ext>
            </a:extLst>
          </p:cNvPr>
          <p:cNvSpPr txBox="1"/>
          <p:nvPr/>
        </p:nvSpPr>
        <p:spPr>
          <a:xfrm>
            <a:off x="1182029" y="1345579"/>
            <a:ext cx="6854282" cy="3323987"/>
          </a:xfrm>
          <a:prstGeom prst="rect">
            <a:avLst/>
          </a:prstGeom>
          <a:noFill/>
        </p:spPr>
        <p:txBody>
          <a:bodyPr wrap="square" rtlCol="0">
            <a:spAutoFit/>
          </a:bodyPr>
          <a:lstStyle/>
          <a:p>
            <a:pPr>
              <a:buNone/>
            </a:pPr>
            <a:r>
              <a:rPr lang="en-US" b="1" dirty="0">
                <a:latin typeface="+mj-lt"/>
              </a:rPr>
              <a:t>Step 1: ARIMA for Linear Patterns</a:t>
            </a:r>
          </a:p>
          <a:p>
            <a:pPr>
              <a:buChar char="•"/>
            </a:pPr>
            <a:r>
              <a:rPr lang="en-US" dirty="0"/>
              <a:t>ARIMA removes obvious trends and gradual shifts in the CO₂ data.</a:t>
            </a:r>
          </a:p>
          <a:p>
            <a:pPr>
              <a:buChar char="•"/>
            </a:pPr>
            <a:r>
              <a:rPr lang="en-US" dirty="0"/>
              <a:t>It handles the “straight‑line” behavior well.</a:t>
            </a:r>
          </a:p>
          <a:p>
            <a:pPr>
              <a:buChar char="•"/>
            </a:pPr>
            <a:endParaRPr lang="en-US" dirty="0"/>
          </a:p>
          <a:p>
            <a:pPr>
              <a:buNone/>
            </a:pPr>
            <a:r>
              <a:rPr lang="en-IN" b="1" dirty="0">
                <a:latin typeface="+mj-lt"/>
              </a:rPr>
              <a:t>Step 2: NNAR for Nonlinear Patterns</a:t>
            </a:r>
          </a:p>
          <a:p>
            <a:pPr>
              <a:buChar char="•"/>
            </a:pPr>
            <a:r>
              <a:rPr lang="en-US" dirty="0"/>
              <a:t>We take ARIMA’s leftover errors (residuals) and train a small neural network (1 lag, 1 hidden neuron).</a:t>
            </a:r>
          </a:p>
          <a:p>
            <a:pPr>
              <a:buChar char="•"/>
            </a:pPr>
            <a:r>
              <a:rPr lang="en-US" dirty="0"/>
              <a:t>This NNAR catches any bumps, jumps, or curves that ARIMA misses.</a:t>
            </a:r>
          </a:p>
          <a:p>
            <a:endParaRPr lang="en-US" dirty="0"/>
          </a:p>
          <a:p>
            <a:r>
              <a:rPr lang="en-US" b="1" dirty="0">
                <a:latin typeface="+mj-lt"/>
              </a:rPr>
              <a:t>This Helps:</a:t>
            </a:r>
          </a:p>
          <a:p>
            <a:pPr marL="742950" lvl="1" indent="-285750">
              <a:buChar char="•"/>
            </a:pPr>
            <a:r>
              <a:rPr lang="en-US" b="1" dirty="0">
                <a:latin typeface="+mj-lt"/>
              </a:rPr>
              <a:t>Combines strengths</a:t>
            </a:r>
            <a:r>
              <a:rPr lang="en-US" dirty="0"/>
              <a:t>: ARIMA for line, NNAR for curve.</a:t>
            </a:r>
          </a:p>
          <a:p>
            <a:pPr marL="742950" lvl="1" indent="-285750">
              <a:buChar char="•"/>
            </a:pPr>
            <a:r>
              <a:rPr lang="en-US" b="1" dirty="0">
                <a:latin typeface="+mj-lt"/>
              </a:rPr>
              <a:t>Better accuracy</a:t>
            </a:r>
            <a:r>
              <a:rPr lang="en-US" dirty="0"/>
              <a:t>: Captures both predictable trends and unexpected changes.</a:t>
            </a:r>
          </a:p>
          <a:p>
            <a:pPr marL="742950" lvl="1" indent="-285750">
              <a:buChar char="•"/>
            </a:pPr>
            <a:r>
              <a:rPr lang="en-US" b="1" dirty="0">
                <a:latin typeface="+mj-lt"/>
              </a:rPr>
              <a:t>Keeps model simple</a:t>
            </a:r>
            <a:r>
              <a:rPr lang="en-US" dirty="0"/>
              <a:t>: Only one hidden neuron avoids overfitting.</a:t>
            </a:r>
          </a:p>
          <a:p>
            <a:endParaRPr lang="en-US" dirty="0"/>
          </a:p>
        </p:txBody>
      </p:sp>
    </p:spTree>
    <p:extLst>
      <p:ext uri="{FC787E15-65BE-4F6E-A72E-9EE260C0CF8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7">
    <p:spTree>
      <p:nvGrpSpPr>
        <p:cNvPr id="1" name=""/>
        <p:cNvGrpSpPr/>
        <p:nvPr/>
      </p:nvGrpSpPr>
      <p:grpSpPr>
        <a:xfrm>
          <a:off x="0" y="0"/>
          <a:ext cx="0" cy="0"/>
          <a:chOff x="0" y="0"/>
          <a:chExt cx="0" cy="0"/>
        </a:xfrm>
      </p:grpSpPr>
      <p:sp>
        <p:nvSpPr>
          <p:cNvPr id="2" name="Google Shape;844;p59">
            <a:extLst>
              <a:ext uri="{B01642B3-4251-4011-91D9-B19952421E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C472EBC-F952-498C-AC38-878860A8308C}"/>
              </a:ext>
            </a:extLst>
          </p:cNvPr>
          <p:cNvSpPr>
            <a:spLocks noGrp="1"/>
          </p:cNvSpPr>
          <p:nvPr>
            <p:ph type="title" idx="10"/>
          </p:nvPr>
        </p:nvSpPr>
        <p:spPr>
          <a:xfrm>
            <a:off x="182880" y="350520"/>
            <a:ext cx="8816340"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Residual Diagnostics of NNAR(1,1) Model for Coal Emissions</a:t>
            </a:r>
          </a:p>
        </p:txBody>
      </p:sp>
      <p:sp>
        <p:nvSpPr>
          <p:cNvPr id="3" name="TextBox 12">
            <a:extLst>
              <a:ext uri="{C2123B46-5C79-4D58-AC18-1F8CE95A91E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E3E5F1-129A-4F0F-9DAD-7072348C821F}"/>
              </a:ext>
            </a:extLst>
          </p:cNvPr>
          <p:cNvSpPr txBox="1"/>
          <p:nvPr/>
        </p:nvSpPr>
        <p:spPr>
          <a:xfrm>
            <a:off x="5236752" y="3977639"/>
            <a:ext cx="3442427" cy="738664"/>
          </a:xfrm>
          <a:prstGeom prst="rect">
            <a:avLst/>
          </a:prstGeom>
          <a:noFill/>
        </p:spPr>
        <p:txBody>
          <a:bodyPr wrap="square" rtlCol="0">
            <a:spAutoFit/>
          </a:bodyPr>
          <a:lstStyle/>
          <a:p>
            <a:r>
              <a:rPr lang="en-US" dirty="0"/>
              <a:t> </a:t>
            </a:r>
            <a:r>
              <a:rPr lang="en-US" b="1" dirty="0">
                <a:latin typeface="+mj-lt"/>
              </a:rPr>
              <a:t>p-value = 0.8189</a:t>
            </a:r>
            <a:r>
              <a:rPr lang="en-US" dirty="0"/>
              <a:t> — The model fits the coal emissions data fairly well, with no major unexplained patterns.</a:t>
            </a:r>
          </a:p>
        </p:txBody>
      </p:sp>
      <p:graphicFrame>
        <p:nvGraphicFramePr>
          <p:cNvPr id="4" name="Table 8">
            <a:extLst>
              <a:ext uri="{B3DAFADA-5612-492D-A95C-EAEABD7640E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76C30DF-CDA3-40F2-86ED-14277D1E32C4}"/>
              </a:ext>
            </a:extLst>
          </p:cNvPr>
          <p:cNvGraphicFramePr>
            <a:graphicFrameLocks noGrp="1"/>
          </p:cNvGraphicFramePr>
          <p:nvPr/>
        </p:nvGraphicFramePr>
        <p:xfrm>
          <a:off x="403860" y="847042"/>
          <a:ext cx="4710684" cy="3779520"/>
        </p:xfrm>
        <a:graphic>
          <a:graphicData uri="http://schemas.openxmlformats.org/drawingml/2006/table">
            <a:tbl>
              <a:tblPr firstRow="1" bandRow="1">
                <a:tableStyleId>{2EDFCBD8-3220-4B2E-8C86-BBDFE6B55668}</a:tableStyleId>
              </a:tblPr>
              <a:tblGrid>
                <a:gridCol w="2355342">
                  <a:extLst>
                    <a:ext uri="{9D8B030D-6E8A-4147-A177-3AD203B41FA5}">
                      <a16:colId xmlns:a16="http://schemas.microsoft.com/office/drawing/2014/main" val="20000"/>
                    </a:ext>
                  </a:extLst>
                </a:gridCol>
                <a:gridCol w="2355342">
                  <a:extLst>
                    <a:ext uri="{9D8B030D-6E8A-4147-A177-3AD203B41FA5}">
                      <a16:colId xmlns:a16="http://schemas.microsoft.com/office/drawing/2014/main" val="20001"/>
                    </a:ext>
                  </a:extLst>
                </a:gridCol>
              </a:tblGrid>
              <a:tr h="278217">
                <a:tc>
                  <a:txBody>
                    <a:bodyPr/>
                    <a:lstStyle/>
                    <a:p>
                      <a:r>
                        <a:rPr lang="en-IN" b="1" dirty="0">
                          <a:latin typeface="+mn-lt"/>
                        </a:rPr>
                        <a:t>Plot</a:t>
                      </a:r>
                    </a:p>
                  </a:txBody>
                  <a:tcPr anchor="ctr"/>
                </a:tc>
                <a:tc>
                  <a:txBody>
                    <a:bodyPr/>
                    <a:lstStyle/>
                    <a:p>
                      <a:r>
                        <a:rPr lang="en-IN" b="1" dirty="0">
                          <a:latin typeface="+mn-lt"/>
                        </a:rPr>
                        <a:t>Interpretation</a:t>
                      </a:r>
                    </a:p>
                  </a:txBody>
                  <a:tcPr anchor="ctr"/>
                </a:tc>
                <a:extLst>
                  <a:ext uri="{0D108BD9-81ED-4DB2-BD59-A6C34878D82A}">
                    <a16:rowId xmlns:a16="http://schemas.microsoft.com/office/drawing/2014/main" val="10000"/>
                  </a:ext>
                </a:extLst>
              </a:tr>
              <a:tr h="1057226">
                <a:tc>
                  <a:txBody>
                    <a:bodyPr/>
                    <a:lstStyle/>
                    <a:p>
                      <a:r>
                        <a:rPr lang="en-US" b="1" dirty="0">
                          <a:latin typeface="+mn-lt"/>
                        </a:rPr>
                        <a:t>Top Plot: Residuals Over Time</a:t>
                      </a:r>
                    </a:p>
                  </a:txBody>
                  <a:tcPr anchor="ctr"/>
                </a:tc>
                <a:tc>
                  <a:txBody>
                    <a:bodyPr/>
                    <a:lstStyle/>
                    <a:p>
                      <a:r>
                        <a:rPr lang="en-US" dirty="0"/>
                        <a:t>Residuals are mostly centered around zero but show large fluctuations, suggesting possible model underfitting in early data.</a:t>
                      </a:r>
                    </a:p>
                  </a:txBody>
                  <a:tcPr anchor="ctr"/>
                </a:tc>
                <a:extLst>
                  <a:ext uri="{0D108BD9-81ED-4DB2-BD59-A6C34878D82A}">
                    <a16:rowId xmlns:a16="http://schemas.microsoft.com/office/drawing/2014/main" val="10001"/>
                  </a:ext>
                </a:extLst>
              </a:tr>
              <a:tr h="1057226">
                <a:tc>
                  <a:txBody>
                    <a:bodyPr/>
                    <a:lstStyle/>
                    <a:p>
                      <a:r>
                        <a:rPr lang="en-IN" b="1" dirty="0">
                          <a:latin typeface="+mn-lt"/>
                        </a:rPr>
                        <a:t>Bottom Left: ACF Plot</a:t>
                      </a:r>
                    </a:p>
                  </a:txBody>
                  <a:tcPr anchor="ctr"/>
                </a:tc>
                <a:tc>
                  <a:txBody>
                    <a:bodyPr/>
                    <a:lstStyle/>
                    <a:p>
                      <a:r>
                        <a:rPr lang="en-US" dirty="0"/>
                        <a:t>Most bars fall within the confidence bounds → little to no autocorrelation, though a few spikes hint at some remaining structure.</a:t>
                      </a:r>
                    </a:p>
                  </a:txBody>
                  <a:tcPr anchor="ctr"/>
                </a:tc>
                <a:extLst>
                  <a:ext uri="{0D108BD9-81ED-4DB2-BD59-A6C34878D82A}">
                    <a16:rowId xmlns:a16="http://schemas.microsoft.com/office/drawing/2014/main" val="10002"/>
                  </a:ext>
                </a:extLst>
              </a:tr>
              <a:tr h="1057226">
                <a:tc>
                  <a:txBody>
                    <a:bodyPr/>
                    <a:lstStyle/>
                    <a:p>
                      <a:r>
                        <a:rPr lang="en-IN" b="1" dirty="0">
                          <a:latin typeface="+mn-lt"/>
                        </a:rPr>
                        <a:t>Bottom Right: Histogram</a:t>
                      </a:r>
                    </a:p>
                  </a:txBody>
                  <a:tcPr anchor="ctr"/>
                </a:tc>
                <a:tc>
                  <a:txBody>
                    <a:bodyPr/>
                    <a:lstStyle/>
                    <a:p>
                      <a:r>
                        <a:rPr lang="en-US" dirty="0"/>
                        <a:t>General bell shape, but with asymmetry and outliers → residuals are not perfectly normally distributed.</a:t>
                      </a:r>
                    </a:p>
                  </a:txBody>
                  <a:tcPr anchor="ctr"/>
                </a:tc>
                <a:extLst>
                  <a:ext uri="{0D108BD9-81ED-4DB2-BD59-A6C34878D82A}">
                    <a16:rowId xmlns:a16="http://schemas.microsoft.com/office/drawing/2014/main" val="10003"/>
                  </a:ext>
                </a:extLst>
              </a:tr>
            </a:tbl>
          </a:graphicData>
        </a:graphic>
      </p:graphicFrame>
      <p:pic>
        <p:nvPicPr>
          <p:cNvPr id="5" name="Picture 2">
            <a:extLst>
              <a:ext uri="{4CE8E269-08C0-4E73-B4B9-AE45136388C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10AFF68-F46F-4102-916D-F4B17C45DD2C}"/>
              </a:ext>
            </a:extLst>
          </p:cNvPr>
          <p:cNvPicPr>
            <a:picLocks noChangeAspect="1"/>
          </p:cNvPicPr>
          <p:nvPr/>
        </p:nvPicPr>
        <p:blipFill>
          <a:blip r:embed="rId3"/>
          <a:stretch>
            <a:fillRect/>
          </a:stretch>
        </p:blipFill>
        <p:spPr>
          <a:xfrm>
            <a:off x="5236752" y="866717"/>
            <a:ext cx="3503387" cy="3004244"/>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Tree>
    <p:extLst>
      <p:ext uri="{39C8BFBD-2441-4975-973F-DB16A083417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18">
    <p:spTree>
      <p:nvGrpSpPr>
        <p:cNvPr id="1" name=""/>
        <p:cNvGrpSpPr/>
        <p:nvPr/>
      </p:nvGrpSpPr>
      <p:grpSpPr>
        <a:xfrm>
          <a:off x="0" y="0"/>
          <a:ext cx="0" cy="0"/>
          <a:chOff x="0" y="0"/>
          <a:chExt cx="0" cy="0"/>
        </a:xfrm>
      </p:grpSpPr>
      <p:sp>
        <p:nvSpPr>
          <p:cNvPr id="2" name="Google Shape;844;p59">
            <a:extLst>
              <a:ext uri="{58366BDE-4AA7-456B-AFAC-D94ECE33068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663FC63-5767-4895-B344-8A79143C1C1B}"/>
              </a:ext>
            </a:extLst>
          </p:cNvPr>
          <p:cNvSpPr>
            <a:spLocks noGrp="1"/>
          </p:cNvSpPr>
          <p:nvPr>
            <p:ph type="title" idx="10"/>
          </p:nvPr>
        </p:nvSpPr>
        <p:spPr>
          <a:xfrm>
            <a:off x="182880" y="350520"/>
            <a:ext cx="8816340"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NNAR Fit to ARIMA Residuals – Oil vs. Coal</a:t>
            </a:r>
          </a:p>
        </p:txBody>
      </p:sp>
      <p:pic>
        <p:nvPicPr>
          <p:cNvPr id="3" name="Picture 3">
            <a:extLst>
              <a:ext uri="{EC9FF54D-6E40-472F-BD33-1E3F93CA177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C8907A3-9213-4731-BC90-C4DA835B0243}"/>
              </a:ext>
            </a:extLst>
          </p:cNvPr>
          <p:cNvPicPr>
            <a:picLocks noChangeAspect="1"/>
          </p:cNvPicPr>
          <p:nvPr/>
        </p:nvPicPr>
        <p:blipFill>
          <a:blip r:embed="rId3"/>
          <a:srcRect t="47570"/>
          <a:stretch/>
        </p:blipFill>
        <p:spPr>
          <a:xfrm>
            <a:off x="5181600" y="1047750"/>
            <a:ext cx="3557016" cy="3352800"/>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graphicFrame>
        <p:nvGraphicFramePr>
          <p:cNvPr id="4" name="Table 5">
            <a:extLst>
              <a:ext uri="{9512B9C9-234A-4A94-8786-36007E34572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06A7170-3457-4AF0-B61E-5FC981108C53}"/>
              </a:ext>
            </a:extLst>
          </p:cNvPr>
          <p:cNvGraphicFramePr>
            <a:graphicFrameLocks noGrp="1"/>
          </p:cNvGraphicFramePr>
          <p:nvPr>
            <p:extLst>
              <p:ext uri="{D42A27DB-BD31-4B8C-83A1-F6EECF244321}">
                <p14:modId xmlns:p14="http://schemas.microsoft.com/office/powerpoint/2010/main" val="2398271282"/>
              </p:ext>
            </p:extLst>
          </p:nvPr>
        </p:nvGraphicFramePr>
        <p:xfrm>
          <a:off x="541019" y="1504950"/>
          <a:ext cx="4411982" cy="2438400"/>
        </p:xfrm>
        <a:graphic>
          <a:graphicData uri="http://schemas.openxmlformats.org/drawingml/2006/table">
            <a:tbl>
              <a:tblPr firstRow="1" bandRow="1">
                <a:tableStyleId>{0D02F988-AA75-405A-ABDE-1227A473DD97}</a:tableStyleId>
              </a:tblPr>
              <a:tblGrid>
                <a:gridCol w="2205991">
                  <a:extLst>
                    <a:ext uri="{9D8B030D-6E8A-4147-A177-3AD203B41FA5}">
                      <a16:colId xmlns:a16="http://schemas.microsoft.com/office/drawing/2014/main" val="20000"/>
                    </a:ext>
                  </a:extLst>
                </a:gridCol>
                <a:gridCol w="2205991">
                  <a:extLst>
                    <a:ext uri="{9D8B030D-6E8A-4147-A177-3AD203B41FA5}">
                      <a16:colId xmlns:a16="http://schemas.microsoft.com/office/drawing/2014/main" val="20001"/>
                    </a:ext>
                  </a:extLst>
                </a:gridCol>
              </a:tblGrid>
              <a:tr h="336600">
                <a:tc>
                  <a:txBody>
                    <a:bodyPr/>
                    <a:lstStyle/>
                    <a:p>
                      <a:r>
                        <a:rPr lang="en-IN" b="1" dirty="0">
                          <a:latin typeface="+mn-lt"/>
                        </a:rPr>
                        <a:t>Model</a:t>
                      </a:r>
                    </a:p>
                  </a:txBody>
                  <a:tcPr anchor="ctr"/>
                </a:tc>
                <a:tc>
                  <a:txBody>
                    <a:bodyPr/>
                    <a:lstStyle/>
                    <a:p>
                      <a:r>
                        <a:rPr lang="en-IN" b="1" dirty="0">
                          <a:latin typeface="+mn-lt"/>
                        </a:rPr>
                        <a:t>Interpretation</a:t>
                      </a:r>
                    </a:p>
                  </a:txBody>
                  <a:tcPr anchor="ctr"/>
                </a:tc>
                <a:extLst>
                  <a:ext uri="{0D108BD9-81ED-4DB2-BD59-A6C34878D82A}">
                    <a16:rowId xmlns:a16="http://schemas.microsoft.com/office/drawing/2014/main" val="10000"/>
                  </a:ext>
                </a:extLst>
              </a:tr>
              <a:tr h="2101800">
                <a:tc>
                  <a:txBody>
                    <a:bodyPr/>
                    <a:lstStyle/>
                    <a:p>
                      <a:r>
                        <a:rPr lang="en-IN" b="1" dirty="0">
                          <a:latin typeface="+mn-lt"/>
                        </a:rPr>
                        <a:t>Coal </a:t>
                      </a:r>
                    </a:p>
                  </a:txBody>
                  <a:tcPr anchor="ctr"/>
                </a:tc>
                <a:tc>
                  <a:txBody>
                    <a:bodyPr/>
                    <a:lstStyle/>
                    <a:p>
                      <a:r>
                        <a:rPr lang="en-US" dirty="0"/>
                        <a:t>The NNAR fit captures the general pattern of ARIMA residuals but struggles more during earlier years (pre-1950), where large fluctuations occur. The model fits better in more stable periods.</a:t>
                      </a:r>
                    </a:p>
                  </a:txBody>
                  <a:tcPr anchor="ctr"/>
                </a:tc>
                <a:extLst>
                  <a:ext uri="{0D108BD9-81ED-4DB2-BD59-A6C34878D82A}">
                    <a16:rowId xmlns:a16="http://schemas.microsoft.com/office/drawing/2014/main" val="10002"/>
                  </a:ext>
                </a:extLst>
              </a:tr>
            </a:tbl>
          </a:graphicData>
        </a:graphic>
      </p:graphicFrame>
    </p:spTree>
    <p:extLst>
      <p:ext uri="{B5A4D70E-A696-4CA6-A2B9-0B46D746FD8F}">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19">
    <p:spTree>
      <p:nvGrpSpPr>
        <p:cNvPr id="1" name=""/>
        <p:cNvGrpSpPr/>
        <p:nvPr/>
      </p:nvGrpSpPr>
      <p:grpSpPr>
        <a:xfrm>
          <a:off x="0" y="0"/>
          <a:ext cx="0" cy="0"/>
          <a:chOff x="0" y="0"/>
          <a:chExt cx="0" cy="0"/>
        </a:xfrm>
      </p:grpSpPr>
      <p:sp>
        <p:nvSpPr>
          <p:cNvPr id="2" name="Google Shape;844;p59">
            <a:extLst>
              <a:ext uri="{FF4A92A5-95A7-46E6-A96C-917205FA16E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0734FDF-3B54-4B13-9183-E1016FC26A57}"/>
              </a:ext>
            </a:extLst>
          </p:cNvPr>
          <p:cNvSpPr>
            <a:spLocks noGrp="1"/>
          </p:cNvSpPr>
          <p:nvPr>
            <p:ph type="title" idx="10"/>
          </p:nvPr>
        </p:nvSpPr>
        <p:spPr>
          <a:xfrm>
            <a:off x="228600" y="350520"/>
            <a:ext cx="8770619"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ARIMA Model Forecasting</a:t>
            </a:r>
          </a:p>
        </p:txBody>
      </p:sp>
      <p:graphicFrame>
        <p:nvGraphicFramePr>
          <p:cNvPr id="3" name="Table 8">
            <a:extLst>
              <a:ext uri="{4765C3FB-4693-4802-941B-111983D71B3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BA52621-2958-4A25-B996-955B775C4345}"/>
              </a:ext>
            </a:extLst>
          </p:cNvPr>
          <p:cNvGraphicFramePr>
            <a:graphicFrameLocks noGrp="1"/>
          </p:cNvGraphicFramePr>
          <p:nvPr>
            <p:extLst>
              <p:ext uri="{D42A27DB-BD31-4B8C-83A1-F6EECF244321}">
                <p14:modId xmlns:p14="http://schemas.microsoft.com/office/powerpoint/2010/main" val="905099231"/>
              </p:ext>
            </p:extLst>
          </p:nvPr>
        </p:nvGraphicFramePr>
        <p:xfrm>
          <a:off x="457200" y="1200150"/>
          <a:ext cx="4657344" cy="1905000"/>
        </p:xfrm>
        <a:graphic>
          <a:graphicData uri="http://schemas.openxmlformats.org/drawingml/2006/table">
            <a:tbl>
              <a:tblPr firstRow="1" bandRow="1">
                <a:tableStyleId>{2EDFCBD8-3220-4B2E-8C86-BBDFE6B55668}</a:tableStyleId>
              </a:tblPr>
              <a:tblGrid>
                <a:gridCol w="2328672">
                  <a:extLst>
                    <a:ext uri="{9D8B030D-6E8A-4147-A177-3AD203B41FA5}">
                      <a16:colId xmlns:a16="http://schemas.microsoft.com/office/drawing/2014/main" val="20000"/>
                    </a:ext>
                  </a:extLst>
                </a:gridCol>
                <a:gridCol w="2328672">
                  <a:extLst>
                    <a:ext uri="{9D8B030D-6E8A-4147-A177-3AD203B41FA5}">
                      <a16:colId xmlns:a16="http://schemas.microsoft.com/office/drawing/2014/main" val="20001"/>
                    </a:ext>
                  </a:extLst>
                </a:gridCol>
              </a:tblGrid>
              <a:tr h="307258">
                <a:tc>
                  <a:txBody>
                    <a:bodyPr/>
                    <a:lstStyle/>
                    <a:p>
                      <a:r>
                        <a:rPr lang="en-IN" b="1" dirty="0">
                          <a:latin typeface="+mn-lt"/>
                        </a:rPr>
                        <a:t>Forecast</a:t>
                      </a:r>
                    </a:p>
                  </a:txBody>
                  <a:tcPr anchor="ctr"/>
                </a:tc>
                <a:tc>
                  <a:txBody>
                    <a:bodyPr/>
                    <a:lstStyle/>
                    <a:p>
                      <a:r>
                        <a:rPr lang="en-IN" b="1" dirty="0">
                          <a:latin typeface="+mn-lt"/>
                        </a:rPr>
                        <a:t>Interpretation</a:t>
                      </a:r>
                    </a:p>
                  </a:txBody>
                  <a:tcPr anchor="ctr"/>
                </a:tc>
                <a:extLst>
                  <a:ext uri="{0D108BD9-81ED-4DB2-BD59-A6C34878D82A}">
                    <a16:rowId xmlns:a16="http://schemas.microsoft.com/office/drawing/2014/main" val="10000"/>
                  </a:ext>
                </a:extLst>
              </a:tr>
              <a:tr h="1597742">
                <a:tc>
                  <a:txBody>
                    <a:bodyPr/>
                    <a:lstStyle/>
                    <a:p>
                      <a:r>
                        <a:rPr lang="en-IN" b="1" dirty="0">
                          <a:latin typeface="+mn-lt"/>
                        </a:rPr>
                        <a:t>Coal CO₂ </a:t>
                      </a:r>
                    </a:p>
                  </a:txBody>
                  <a:tcPr anchor="ctr"/>
                </a:tc>
                <a:tc>
                  <a:txBody>
                    <a:bodyPr/>
                    <a:lstStyle/>
                    <a:p>
                      <a:r>
                        <a:rPr lang="en-US" dirty="0"/>
                        <a:t>The forecast also suggests a </a:t>
                      </a:r>
                      <a:r>
                        <a:rPr lang="en-US" b="1" dirty="0">
                          <a:latin typeface="+mn-lt"/>
                        </a:rPr>
                        <a:t>continued decrease</a:t>
                      </a:r>
                      <a:r>
                        <a:rPr lang="en-US" dirty="0"/>
                        <a:t> in emissions. Emissions peaked around 2005 and have been falling since. The shaded area shows the forecast uncertainty.</a:t>
                      </a:r>
                    </a:p>
                  </a:txBody>
                  <a:tcPr anchor="ctr"/>
                </a:tc>
                <a:extLst>
                  <a:ext uri="{0D108BD9-81ED-4DB2-BD59-A6C34878D82A}">
                    <a16:rowId xmlns:a16="http://schemas.microsoft.com/office/drawing/2014/main" val="10002"/>
                  </a:ext>
                </a:extLst>
              </a:tr>
            </a:tbl>
          </a:graphicData>
        </a:graphic>
      </p:graphicFrame>
      <p:pic>
        <p:nvPicPr>
          <p:cNvPr id="4" name="Picture 2">
            <a:extLst>
              <a:ext uri="{F52F58D4-A54B-4272-B7B2-3DCC74158BC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C909A31-54B6-4730-8E58-7F7FA95DA61A}"/>
              </a:ext>
            </a:extLst>
          </p:cNvPr>
          <p:cNvPicPr>
            <a:picLocks noChangeAspect="1"/>
          </p:cNvPicPr>
          <p:nvPr/>
        </p:nvPicPr>
        <p:blipFill>
          <a:blip r:embed="rId3"/>
          <a:srcRect l="212" t="42196" r="-212"/>
          <a:stretch/>
        </p:blipFill>
        <p:spPr>
          <a:xfrm>
            <a:off x="5289804" y="1047750"/>
            <a:ext cx="3503676" cy="3525471"/>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
        <p:nvSpPr>
          <p:cNvPr id="6" name="TextBox 5">
            <a:extLst>
              <a:ext uri="{FF2B5EF4-FFF2-40B4-BE49-F238E27FC236}">
                <a16:creationId xmlns:a16="http://schemas.microsoft.com/office/drawing/2014/main" id="{9BA755D0-FE01-0CD2-3C9C-71C84B378D49}"/>
              </a:ext>
            </a:extLst>
          </p:cNvPr>
          <p:cNvSpPr txBox="1"/>
          <p:nvPr/>
        </p:nvSpPr>
        <p:spPr>
          <a:xfrm>
            <a:off x="457200" y="3409950"/>
            <a:ext cx="4657344" cy="1600438"/>
          </a:xfrm>
          <a:prstGeom prst="rect">
            <a:avLst/>
          </a:prstGeom>
          <a:noFill/>
        </p:spPr>
        <p:txBody>
          <a:bodyPr wrap="square" rtlCol="0">
            <a:spAutoFit/>
          </a:bodyPr>
          <a:lstStyle/>
          <a:p>
            <a:r>
              <a:rPr lang="en-US" dirty="0"/>
              <a:t>The ARIMA model shows that coal-related CO₂ emissions are steadily going down, likely due to cleaner energy use and better policies. While the model gives a good forecast, there’s still some uncertainty, especially for the long term. It may also miss sudden or unusual changes in the data.</a:t>
            </a:r>
            <a:endParaRPr lang="en-IN" dirty="0"/>
          </a:p>
          <a:p>
            <a:endParaRPr lang="en-IN" dirty="0"/>
          </a:p>
        </p:txBody>
      </p:sp>
    </p:spTree>
    <p:extLst>
      <p:ext uri="{6827FA81-3FFA-4B19-A57B-12AF857A971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20">
    <p:spTree>
      <p:nvGrpSpPr>
        <p:cNvPr id="1" name=""/>
        <p:cNvGrpSpPr/>
        <p:nvPr/>
      </p:nvGrpSpPr>
      <p:grpSpPr>
        <a:xfrm>
          <a:off x="0" y="0"/>
          <a:ext cx="0" cy="0"/>
          <a:chOff x="0" y="0"/>
          <a:chExt cx="0" cy="0"/>
        </a:xfrm>
      </p:grpSpPr>
      <p:sp>
        <p:nvSpPr>
          <p:cNvPr id="2" name="Google Shape;844;p59">
            <a:extLst>
              <a:ext uri="{EA5CF596-5741-415D-86DD-B495B7ED12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A2AB49D-CCF2-4E29-A054-51F35462EFDF}"/>
              </a:ext>
            </a:extLst>
          </p:cNvPr>
          <p:cNvSpPr>
            <a:spLocks noGrp="1"/>
          </p:cNvSpPr>
          <p:nvPr>
            <p:ph type="title" idx="10"/>
          </p:nvPr>
        </p:nvSpPr>
        <p:spPr>
          <a:xfrm>
            <a:off x="228600" y="350520"/>
            <a:ext cx="8770619"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NNAR Model Forecasting</a:t>
            </a:r>
          </a:p>
        </p:txBody>
      </p:sp>
      <p:graphicFrame>
        <p:nvGraphicFramePr>
          <p:cNvPr id="3" name="Table 8">
            <a:extLst>
              <a:ext uri="{3B9939F4-A01D-476B-8F6A-4DB5F7B8976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3693C2A-DFF0-4806-B9EF-7B4375987B8A}"/>
              </a:ext>
            </a:extLst>
          </p:cNvPr>
          <p:cNvGraphicFramePr>
            <a:graphicFrameLocks noGrp="1"/>
          </p:cNvGraphicFramePr>
          <p:nvPr>
            <p:extLst>
              <p:ext uri="{D42A27DB-BD31-4B8C-83A1-F6EECF244321}">
                <p14:modId xmlns:p14="http://schemas.microsoft.com/office/powerpoint/2010/main" val="2280891834"/>
              </p:ext>
            </p:extLst>
          </p:nvPr>
        </p:nvGraphicFramePr>
        <p:xfrm>
          <a:off x="403860" y="847042"/>
          <a:ext cx="4710684" cy="1894451"/>
        </p:xfrm>
        <a:graphic>
          <a:graphicData uri="http://schemas.openxmlformats.org/drawingml/2006/table">
            <a:tbl>
              <a:tblPr firstRow="1" bandRow="1">
                <a:tableStyleId>{2EDFCBD8-3220-4B2E-8C86-BBDFE6B55668}</a:tableStyleId>
              </a:tblPr>
              <a:tblGrid>
                <a:gridCol w="2355342">
                  <a:extLst>
                    <a:ext uri="{9D8B030D-6E8A-4147-A177-3AD203B41FA5}">
                      <a16:colId xmlns:a16="http://schemas.microsoft.com/office/drawing/2014/main" val="20000"/>
                    </a:ext>
                  </a:extLst>
                </a:gridCol>
                <a:gridCol w="2355342">
                  <a:extLst>
                    <a:ext uri="{9D8B030D-6E8A-4147-A177-3AD203B41FA5}">
                      <a16:colId xmlns:a16="http://schemas.microsoft.com/office/drawing/2014/main" val="20001"/>
                    </a:ext>
                  </a:extLst>
                </a:gridCol>
              </a:tblGrid>
              <a:tr h="240856">
                <a:tc>
                  <a:txBody>
                    <a:bodyPr/>
                    <a:lstStyle/>
                    <a:p>
                      <a:r>
                        <a:rPr lang="en-IN" b="1" dirty="0">
                          <a:latin typeface="+mn-lt"/>
                        </a:rPr>
                        <a:t>Forecast</a:t>
                      </a:r>
                    </a:p>
                  </a:txBody>
                  <a:tcPr anchor="ctr"/>
                </a:tc>
                <a:tc>
                  <a:txBody>
                    <a:bodyPr/>
                    <a:lstStyle/>
                    <a:p>
                      <a:r>
                        <a:rPr lang="en-IN" b="1" dirty="0">
                          <a:latin typeface="+mn-lt"/>
                        </a:rPr>
                        <a:t>Interpretation</a:t>
                      </a:r>
                    </a:p>
                  </a:txBody>
                  <a:tcPr anchor="ctr"/>
                </a:tc>
                <a:extLst>
                  <a:ext uri="{0D108BD9-81ED-4DB2-BD59-A6C34878D82A}">
                    <a16:rowId xmlns:a16="http://schemas.microsoft.com/office/drawing/2014/main" val="10000"/>
                  </a:ext>
                </a:extLst>
              </a:tr>
              <a:tr h="1589651">
                <a:tc>
                  <a:txBody>
                    <a:bodyPr/>
                    <a:lstStyle/>
                    <a:p>
                      <a:r>
                        <a:rPr lang="en-IN" b="1" dirty="0">
                          <a:latin typeface="+mn-lt"/>
                        </a:rPr>
                        <a:t>Coal CO₂ </a:t>
                      </a:r>
                    </a:p>
                  </a:txBody>
                  <a:tcPr anchor="ctr"/>
                </a:tc>
                <a:tc>
                  <a:txBody>
                    <a:bodyPr/>
                    <a:lstStyle/>
                    <a:p>
                      <a:r>
                        <a:rPr lang="en-US" dirty="0"/>
                        <a:t>Forecast indicates a </a:t>
                      </a:r>
                      <a:r>
                        <a:rPr lang="en-US" b="1" dirty="0">
                          <a:latin typeface="+mn-lt"/>
                        </a:rPr>
                        <a:t>continuation of the recent decline</a:t>
                      </a:r>
                      <a:r>
                        <a:rPr lang="en-US" dirty="0"/>
                        <a:t> in coal emissions. The model captures the recent downward momentum effectively.</a:t>
                      </a:r>
                    </a:p>
                  </a:txBody>
                  <a:tcPr anchor="ctr"/>
                </a:tc>
                <a:extLst>
                  <a:ext uri="{0D108BD9-81ED-4DB2-BD59-A6C34878D82A}">
                    <a16:rowId xmlns:a16="http://schemas.microsoft.com/office/drawing/2014/main" val="10002"/>
                  </a:ext>
                </a:extLst>
              </a:tr>
            </a:tbl>
          </a:graphicData>
        </a:graphic>
      </p:graphicFrame>
      <p:pic>
        <p:nvPicPr>
          <p:cNvPr id="4" name="Picture 3">
            <a:extLst>
              <a:ext uri="{362BD57A-FFE5-4CC1-966C-4222D2AC4BF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286C06-A6F3-4BDE-94BF-381366E12DAE}"/>
              </a:ext>
            </a:extLst>
          </p:cNvPr>
          <p:cNvPicPr>
            <a:picLocks noChangeAspect="1"/>
          </p:cNvPicPr>
          <p:nvPr/>
        </p:nvPicPr>
        <p:blipFill>
          <a:blip r:embed="rId3"/>
          <a:srcRect t="46104"/>
          <a:stretch/>
        </p:blipFill>
        <p:spPr>
          <a:xfrm>
            <a:off x="5310737" y="971550"/>
            <a:ext cx="3429403" cy="3781620"/>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
        <p:nvSpPr>
          <p:cNvPr id="5" name="TextBox 4">
            <a:extLst>
              <a:ext uri="{FF2B5EF4-FFF2-40B4-BE49-F238E27FC236}">
                <a16:creationId xmlns:a16="http://schemas.microsoft.com/office/drawing/2014/main" id="{4700423E-99E5-C865-A4D8-0A5B9F27433A}"/>
              </a:ext>
            </a:extLst>
          </p:cNvPr>
          <p:cNvSpPr txBox="1"/>
          <p:nvPr/>
        </p:nvSpPr>
        <p:spPr>
          <a:xfrm>
            <a:off x="457200" y="3105150"/>
            <a:ext cx="4572000" cy="1169551"/>
          </a:xfrm>
          <a:prstGeom prst="rect">
            <a:avLst/>
          </a:prstGeom>
          <a:noFill/>
        </p:spPr>
        <p:txBody>
          <a:bodyPr wrap="square" rtlCol="0">
            <a:spAutoFit/>
          </a:bodyPr>
          <a:lstStyle/>
          <a:p>
            <a:r>
              <a:rPr lang="en-US" dirty="0"/>
              <a:t>The NNAR model also shows that coal emissions will likely keep going down, following recent trends. It captures patterns in the data well, especially when they are not purely linear, making it useful for handling more complex or nonlinear changes.</a:t>
            </a:r>
            <a:endParaRPr lang="en-IN" dirty="0"/>
          </a:p>
        </p:txBody>
      </p:sp>
    </p:spTree>
    <p:extLst>
      <p:ext uri="{16B9F06A-1FE1-4F99-B5E6-71C4E354D98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sp>
        <p:nvSpPr>
          <p:cNvPr id="2" name="Google Shape;844;p59">
            <a:extLst>
              <a:ext uri="{5CE9B992-68CC-4A23-BDB0-3093A03073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84BD4E-872E-4D23-8707-E8B0CA17E160}"/>
              </a:ext>
            </a:extLst>
          </p:cNvPr>
          <p:cNvSpPr>
            <a:spLocks noGrp="1"/>
          </p:cNvSpPr>
          <p:nvPr>
            <p:ph type="title" idx="10"/>
          </p:nvPr>
        </p:nvSpPr>
        <p:spPr>
          <a:xfrm>
            <a:off x="228600" y="350520"/>
            <a:ext cx="8770619" cy="496523"/>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US" sz="2400" dirty="0"/>
              <a:t>Hybrid ARIMA-NNAR Model Forecasting</a:t>
            </a:r>
          </a:p>
        </p:txBody>
      </p:sp>
      <p:graphicFrame>
        <p:nvGraphicFramePr>
          <p:cNvPr id="3" name="Table 8">
            <a:extLst>
              <a:ext uri="{78FC8A11-0CCF-457A-94E4-3C29D5F6852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6D68D82-8999-4CE5-A272-B15D3F2D1D73}"/>
              </a:ext>
            </a:extLst>
          </p:cNvPr>
          <p:cNvGraphicFramePr>
            <a:graphicFrameLocks noGrp="1"/>
          </p:cNvGraphicFramePr>
          <p:nvPr>
            <p:extLst>
              <p:ext uri="{D42A27DB-BD31-4B8C-83A1-F6EECF244321}">
                <p14:modId xmlns:p14="http://schemas.microsoft.com/office/powerpoint/2010/main" val="2241877034"/>
              </p:ext>
            </p:extLst>
          </p:nvPr>
        </p:nvGraphicFramePr>
        <p:xfrm>
          <a:off x="403860" y="847042"/>
          <a:ext cx="4710684" cy="1894451"/>
        </p:xfrm>
        <a:graphic>
          <a:graphicData uri="http://schemas.openxmlformats.org/drawingml/2006/table">
            <a:tbl>
              <a:tblPr firstRow="1" bandRow="1">
                <a:tableStyleId>{2EDFCBD8-3220-4B2E-8C86-BBDFE6B55668}</a:tableStyleId>
              </a:tblPr>
              <a:tblGrid>
                <a:gridCol w="2355342">
                  <a:extLst>
                    <a:ext uri="{9D8B030D-6E8A-4147-A177-3AD203B41FA5}">
                      <a16:colId xmlns:a16="http://schemas.microsoft.com/office/drawing/2014/main" val="20000"/>
                    </a:ext>
                  </a:extLst>
                </a:gridCol>
                <a:gridCol w="2355342">
                  <a:extLst>
                    <a:ext uri="{9D8B030D-6E8A-4147-A177-3AD203B41FA5}">
                      <a16:colId xmlns:a16="http://schemas.microsoft.com/office/drawing/2014/main" val="20001"/>
                    </a:ext>
                  </a:extLst>
                </a:gridCol>
              </a:tblGrid>
              <a:tr h="240856">
                <a:tc>
                  <a:txBody>
                    <a:bodyPr/>
                    <a:lstStyle/>
                    <a:p>
                      <a:r>
                        <a:rPr lang="en-IN" b="1" dirty="0">
                          <a:latin typeface="+mn-lt"/>
                        </a:rPr>
                        <a:t>Forecast</a:t>
                      </a:r>
                    </a:p>
                  </a:txBody>
                  <a:tcPr anchor="ctr"/>
                </a:tc>
                <a:tc>
                  <a:txBody>
                    <a:bodyPr/>
                    <a:lstStyle/>
                    <a:p>
                      <a:r>
                        <a:rPr lang="en-IN" b="1" dirty="0">
                          <a:latin typeface="+mn-lt"/>
                        </a:rPr>
                        <a:t>Interpretation</a:t>
                      </a:r>
                    </a:p>
                  </a:txBody>
                  <a:tcPr anchor="ctr"/>
                </a:tc>
                <a:extLst>
                  <a:ext uri="{0D108BD9-81ED-4DB2-BD59-A6C34878D82A}">
                    <a16:rowId xmlns:a16="http://schemas.microsoft.com/office/drawing/2014/main" val="10000"/>
                  </a:ext>
                </a:extLst>
              </a:tr>
              <a:tr h="1589651">
                <a:tc>
                  <a:txBody>
                    <a:bodyPr/>
                    <a:lstStyle/>
                    <a:p>
                      <a:r>
                        <a:rPr lang="en-IN" b="1" dirty="0">
                          <a:latin typeface="+mn-lt"/>
                        </a:rPr>
                        <a:t>Coal CO₂ (Bottom Plot)</a:t>
                      </a:r>
                    </a:p>
                  </a:txBody>
                  <a:tcPr anchor="ctr"/>
                </a:tc>
                <a:tc>
                  <a:txBody>
                    <a:bodyPr/>
                    <a:lstStyle/>
                    <a:p>
                      <a:r>
                        <a:rPr lang="en-US" dirty="0"/>
                        <a:t>Forecast shows a </a:t>
                      </a:r>
                      <a:r>
                        <a:rPr lang="en-US" b="1" dirty="0">
                          <a:latin typeface="+mn-lt"/>
                        </a:rPr>
                        <a:t>steeper downward trend</a:t>
                      </a:r>
                      <a:r>
                        <a:rPr lang="en-US" dirty="0"/>
                        <a:t> for coal emissions. The NNAR component adjusts for nonlinear decline patterns, enhancing ARIMA’s output.</a:t>
                      </a:r>
                    </a:p>
                  </a:txBody>
                  <a:tcPr anchor="ctr"/>
                </a:tc>
                <a:extLst>
                  <a:ext uri="{0D108BD9-81ED-4DB2-BD59-A6C34878D82A}">
                    <a16:rowId xmlns:a16="http://schemas.microsoft.com/office/drawing/2014/main" val="10002"/>
                  </a:ext>
                </a:extLst>
              </a:tr>
            </a:tbl>
          </a:graphicData>
        </a:graphic>
      </p:graphicFrame>
      <p:pic>
        <p:nvPicPr>
          <p:cNvPr id="4" name="Picture 2">
            <a:extLst>
              <a:ext uri="{1C54E3E3-5189-4E21-824E-94AB87DFD3B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BA7693-DB9A-46FE-BEEC-929BC97D1135}"/>
              </a:ext>
            </a:extLst>
          </p:cNvPr>
          <p:cNvPicPr>
            <a:picLocks noChangeAspect="1"/>
          </p:cNvPicPr>
          <p:nvPr/>
        </p:nvPicPr>
        <p:blipFill>
          <a:blip r:embed="rId3"/>
          <a:srcRect t="46630"/>
          <a:stretch/>
        </p:blipFill>
        <p:spPr>
          <a:xfrm>
            <a:off x="5381933" y="971550"/>
            <a:ext cx="3297248" cy="3737610"/>
          </a:xfrm>
          <a:prstGeom prst="rect">
            <a:avLst/>
          </a:prstGeom>
          <a:noFill/>
          <a:ln w="38100" cap="sq">
            <a:solidFill>
              <a:srgbClr val="000000"/>
            </a:solidFill>
            <a:prstDash val="solid"/>
            <a:miter lim="800000"/>
          </a:ln>
          <a:effectLst>
            <a:outerShdw blurRad="50800" dist="38100" dir="2700000">
              <a:srgbClr val="000000">
                <a:alpha val="43000"/>
              </a:srgbClr>
            </a:outerShdw>
          </a:effectLst>
        </p:spPr>
      </p:pic>
      <p:sp>
        <p:nvSpPr>
          <p:cNvPr id="5" name="TextBox 4">
            <a:extLst>
              <a:ext uri="{FF2B5EF4-FFF2-40B4-BE49-F238E27FC236}">
                <a16:creationId xmlns:a16="http://schemas.microsoft.com/office/drawing/2014/main" id="{FDAF223C-D40A-9A89-3745-483D289FA095}"/>
              </a:ext>
            </a:extLst>
          </p:cNvPr>
          <p:cNvSpPr txBox="1"/>
          <p:nvPr/>
        </p:nvSpPr>
        <p:spPr>
          <a:xfrm>
            <a:off x="457200" y="3105150"/>
            <a:ext cx="4657344" cy="1169551"/>
          </a:xfrm>
          <a:prstGeom prst="rect">
            <a:avLst/>
          </a:prstGeom>
          <a:noFill/>
        </p:spPr>
        <p:txBody>
          <a:bodyPr wrap="square" rtlCol="0">
            <a:spAutoFit/>
          </a:bodyPr>
          <a:lstStyle/>
          <a:p>
            <a:r>
              <a:rPr lang="en-US" dirty="0"/>
              <a:t>The hybrid ARIMA–NNAR model forecasts a sharper drop in coal emissions, improving upon ARIMA's linear trend by capturing nonlinear patterns. This combined approach offers a more accurate and flexible prediction of future emission levels.</a:t>
            </a:r>
            <a:endParaRPr lang="en-IN" dirty="0"/>
          </a:p>
        </p:txBody>
      </p:sp>
    </p:spTree>
    <p:extLst>
      <p:ext uri="{ABC57A0A-2533-42FA-9147-7E61AF6F220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sp>
        <p:nvSpPr>
          <p:cNvPr id="2" name="Google Shape;414;p43">
            <a:extLst>
              <a:ext uri="{D08A77CB-8BC9-4B2D-91E3-BB368FAEA5F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42F6072-176B-4F6C-B1D6-D2E81D9AA3DD}"/>
              </a:ext>
            </a:extLst>
          </p:cNvPr>
          <p:cNvSpPr>
            <a:spLocks noGrp="1"/>
          </p:cNvSpPr>
          <p:nvPr>
            <p:ph type="title" idx="10"/>
          </p:nvPr>
        </p:nvSpPr>
        <p:spPr>
          <a:xfrm>
            <a:off x="1211580" y="906780"/>
            <a:ext cx="6926579" cy="646957"/>
          </a:xfrm>
          <a:prstGeom prst="rect">
            <a:avLst/>
          </a:prstGeom>
        </p:spPr>
        <p:txBody>
          <a:bodyPr spcFirstLastPara="1" wrap="square" lIns="91425" tIns="91425" rIns="91425" bIns="91425" rtlCol="0" anchor="b">
            <a:noAutofit/>
          </a:bodyPr>
          <a:lstStyle/>
          <a:p>
            <a:br>
              <a:rPr lang="en-US" sz="1100" b="1" dirty="0">
                <a:latin typeface="+mj-lt"/>
              </a:rPr>
            </a:br>
            <a:br>
              <a:rPr lang="en-US" sz="1100" b="1" dirty="0">
                <a:latin typeface="+mj-lt"/>
              </a:rPr>
            </a:br>
            <a:r>
              <a:rPr lang="en-US" sz="2400" dirty="0"/>
              <a:t>Simple Ways to Keep USA Environment Clean and Safe</a:t>
            </a:r>
            <a:endParaRPr lang="en-US" sz="2400" b="1" dirty="0">
              <a:latin typeface="+mj-lt"/>
            </a:endParaRPr>
          </a:p>
        </p:txBody>
      </p:sp>
      <p:sp>
        <p:nvSpPr>
          <p:cNvPr id="3" name="TextBox 1">
            <a:extLst>
              <a:ext uri="{CD8AE950-7427-4636-B7CE-FF4D7258D6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53D26B6-C1D8-4F21-A3ED-F325997B5FD3}"/>
              </a:ext>
            </a:extLst>
          </p:cNvPr>
          <p:cNvSpPr txBox="1"/>
          <p:nvPr/>
        </p:nvSpPr>
        <p:spPr>
          <a:xfrm>
            <a:off x="1144859" y="1553737"/>
            <a:ext cx="6861717" cy="307777"/>
          </a:xfrm>
          <a:prstGeom prst="rect">
            <a:avLst/>
          </a:prstGeom>
          <a:noFill/>
        </p:spPr>
        <p:txBody>
          <a:bodyPr wrap="square" rtlCol="0">
            <a:spAutoFit/>
          </a:bodyPr>
          <a:lstStyle/>
          <a:p>
            <a:r>
              <a:rPr lang="en-US" i="1" dirty="0"/>
              <a:t>.</a:t>
            </a:r>
          </a:p>
        </p:txBody>
      </p:sp>
      <p:sp>
        <p:nvSpPr>
          <p:cNvPr id="6" name="TextBox 5">
            <a:extLst>
              <a:ext uri="{FF2B5EF4-FFF2-40B4-BE49-F238E27FC236}">
                <a16:creationId xmlns:a16="http://schemas.microsoft.com/office/drawing/2014/main" id="{B740E07C-B4B0-A7D1-F545-F82152C1C158}"/>
              </a:ext>
            </a:extLst>
          </p:cNvPr>
          <p:cNvSpPr txBox="1"/>
          <p:nvPr/>
        </p:nvSpPr>
        <p:spPr>
          <a:xfrm>
            <a:off x="914400" y="1861514"/>
            <a:ext cx="7162800" cy="2462213"/>
          </a:xfrm>
          <a:prstGeom prst="rect">
            <a:avLst/>
          </a:prstGeom>
          <a:noFill/>
        </p:spPr>
        <p:txBody>
          <a:bodyPr wrap="square" rtlCol="0">
            <a:spAutoFit/>
          </a:bodyPr>
          <a:lstStyle/>
          <a:p>
            <a:pPr marL="285750" indent="-285750">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Promote Clean Energy</a:t>
            </a:r>
            <a:r>
              <a:rPr kumimoji="0" lang="en-US" altLang="en-US" sz="1400" b="0" i="0" u="none" strike="noStrike" cap="none" normalizeH="0" baseline="0" dirty="0">
                <a:ln>
                  <a:noFill/>
                </a:ln>
                <a:solidFill>
                  <a:schemeClr val="tx1"/>
                </a:solidFill>
                <a:effectLst/>
                <a:latin typeface="Arial" panose="020B0604020202020204" pitchFamily="34" charset="0"/>
              </a:rPr>
              <a:t>: Encourage the use of solar, wind, and other renewable energy sources instead of coal and oil to reduce air pollution and carbon emissions.</a:t>
            </a:r>
          </a:p>
          <a:p>
            <a:pPr marL="285750" indent="-285750">
              <a:buFont typeface="Arial" panose="020B0604020202020204" pitchFamily="34" charset="0"/>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Strict Pollution Control Laws</a:t>
            </a:r>
            <a:r>
              <a:rPr kumimoji="0" lang="en-US" altLang="en-US" sz="1400" b="0" i="0" u="none" strike="noStrike" cap="none" normalizeH="0" baseline="0" dirty="0">
                <a:ln>
                  <a:noFill/>
                </a:ln>
                <a:solidFill>
                  <a:schemeClr val="tx1"/>
                </a:solidFill>
                <a:effectLst/>
                <a:latin typeface="Arial" panose="020B0604020202020204" pitchFamily="34" charset="0"/>
              </a:rPr>
              <a:t>: Enforce rules to limit harmful emissions from factories, vehicles, and power plants to keep the air and water clean.</a:t>
            </a:r>
          </a:p>
          <a:p>
            <a:pPr marL="285750" indent="-285750">
              <a:buFont typeface="Arial" panose="020B0604020202020204" pitchFamily="34" charset="0"/>
              <a:buChar char="•"/>
            </a:pPr>
            <a:endParaRPr lang="en-US" altLang="en-US" dirty="0">
              <a:solidFill>
                <a:schemeClr val="tx1"/>
              </a:solidFill>
              <a:latin typeface="Arial" panose="020B0604020202020204" pitchFamily="34" charset="0"/>
            </a:endParaRPr>
          </a:p>
          <a:p>
            <a:pPr marL="285750" indent="-285750">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Reforestation and Green Spaces</a:t>
            </a:r>
            <a:r>
              <a:rPr kumimoji="0" lang="en-US" altLang="en-US" sz="1400" b="0" i="0" u="none" strike="noStrike" cap="none" normalizeH="0" baseline="0" dirty="0">
                <a:ln>
                  <a:noFill/>
                </a:ln>
                <a:solidFill>
                  <a:schemeClr val="tx1"/>
                </a:solidFill>
                <a:effectLst/>
                <a:latin typeface="Arial" panose="020B0604020202020204" pitchFamily="34" charset="0"/>
              </a:rPr>
              <a:t>: Plant more trees and protect forests to absorb CO₂, improve air quality, and support wildlife.</a:t>
            </a:r>
          </a:p>
          <a:p>
            <a:pPr marL="285750" indent="-285750">
              <a:buFont typeface="Arial" panose="020B0604020202020204" pitchFamily="34" charset="0"/>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057331F4-957F-468E-9A62-D51E13D5940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Google Shape;414;p43">
            <a:extLst>
              <a:ext uri="{F0EBC82C-1659-4FB1-A0E9-F3EAAC4EA5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470308-9E3B-4BED-9A1D-0A625865CBB3}"/>
              </a:ext>
            </a:extLst>
          </p:cNvPr>
          <p:cNvSpPr>
            <a:spLocks noGrp="1"/>
          </p:cNvSpPr>
          <p:nvPr>
            <p:ph type="title" idx="10"/>
          </p:nvPr>
        </p:nvSpPr>
        <p:spPr>
          <a:xfrm>
            <a:off x="1680116" y="735980"/>
            <a:ext cx="5819433" cy="512957"/>
          </a:xfrm>
          <a:prstGeom prst="rect">
            <a:avLst/>
          </a:prstGeom>
        </p:spPr>
        <p:txBody>
          <a:bodyPr spcFirstLastPara="1" wrap="square" lIns="91425" tIns="91425" rIns="91425" bIns="91425" rtlCol="0" anchor="b">
            <a:noAutofit/>
          </a:bodyPr>
          <a:lstStyle/>
          <a:p>
            <a:pPr marL="0" lvl="0" indent="0" algn="ctr" rtl="0">
              <a:spcBef>
                <a:spcPts val="0"/>
              </a:spcBef>
              <a:spcAft>
                <a:spcPts val="0"/>
              </a:spcAft>
              <a:buNone/>
            </a:pPr>
            <a:r>
              <a:rPr lang="en-IN" sz="3600" dirty="0"/>
              <a:t>Reference</a:t>
            </a:r>
          </a:p>
        </p:txBody>
      </p:sp>
      <p:sp>
        <p:nvSpPr>
          <p:cNvPr id="3" name="TextBox 1">
            <a:extLst>
              <a:ext uri="{AEDA5109-FDD1-4AC6-A734-2AEFF9AEFA3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0323FA-EC19-4127-ACA8-D5F54870A9B0}"/>
              </a:ext>
            </a:extLst>
          </p:cNvPr>
          <p:cNvSpPr txBox="1"/>
          <p:nvPr/>
        </p:nvSpPr>
        <p:spPr>
          <a:xfrm>
            <a:off x="1144859" y="1553737"/>
            <a:ext cx="6861717" cy="2246769"/>
          </a:xfrm>
          <a:prstGeom prst="rect">
            <a:avLst/>
          </a:prstGeom>
          <a:noFill/>
        </p:spPr>
        <p:txBody>
          <a:bodyPr wrap="square" rtlCol="0">
            <a:spAutoFit/>
          </a:bodyPr>
          <a:lstStyle/>
          <a:p>
            <a:pPr marL="342900" indent="-342900">
              <a:buFont typeface="+mj-lt"/>
              <a:buAutoNum type="arabicPeriod"/>
            </a:pPr>
            <a:r>
              <a:rPr lang="en-IN" dirty="0"/>
              <a:t>Box, G.E.P., &amp; Jenkins, G.M. (1976). </a:t>
            </a:r>
            <a:r>
              <a:rPr lang="en-IN" i="1" dirty="0"/>
              <a:t>Time Series Analysis: Forecasting and Control</a:t>
            </a:r>
            <a:r>
              <a:rPr lang="en-IN" dirty="0"/>
              <a:t>. Holden-Day.</a:t>
            </a:r>
          </a:p>
          <a:p>
            <a:pPr marL="342900" indent="-342900">
              <a:buFont typeface="+mj-lt"/>
              <a:buAutoNum type="arabicPeriod"/>
            </a:pPr>
            <a:endParaRPr lang="en-IN" dirty="0"/>
          </a:p>
          <a:p>
            <a:pPr marL="342900" indent="-342900">
              <a:buFont typeface="+mj-lt"/>
              <a:buAutoNum type="arabicPeriod"/>
            </a:pPr>
            <a:r>
              <a:rPr lang="en-IN" dirty="0"/>
              <a:t>Zhang, G.P. (2003). Time series forecasting using a hybrid ARIMA and neural network model. </a:t>
            </a:r>
            <a:r>
              <a:rPr lang="en-IN" i="1" dirty="0"/>
              <a:t>Neurocomputing</a:t>
            </a:r>
            <a:r>
              <a:rPr lang="en-IN" dirty="0"/>
              <a:t>, 50, 159–175</a:t>
            </a:r>
            <a:r>
              <a:rPr lang="en-IN" dirty="0">
                <a:hlinkClick r:id="rId3" action="ppaction://hlinksldjump"/>
              </a:rPr>
              <a:t>. https://doi.org/10.1016/S0925-2312(01)00702-0</a:t>
            </a:r>
            <a:endParaRPr lang="en-IN" dirty="0"/>
          </a:p>
          <a:p>
            <a:pPr marL="342900" indent="-342900">
              <a:buFont typeface="+mj-lt"/>
              <a:buAutoNum type="arabicPeriod"/>
            </a:pPr>
            <a:endParaRPr lang="en-IN" dirty="0"/>
          </a:p>
          <a:p>
            <a:pPr marL="342900" indent="-342900">
              <a:buFont typeface="+mj-lt"/>
              <a:buAutoNum type="arabicPeriod"/>
            </a:pPr>
            <a:r>
              <a:rPr lang="en-IN" dirty="0" err="1"/>
              <a:t>Khashei</a:t>
            </a:r>
            <a:r>
              <a:rPr lang="en-IN" dirty="0"/>
              <a:t>, M., &amp; </a:t>
            </a:r>
            <a:r>
              <a:rPr lang="en-IN" dirty="0" err="1"/>
              <a:t>Bijari</a:t>
            </a:r>
            <a:r>
              <a:rPr lang="en-IN" dirty="0"/>
              <a:t>, M. (2011). A novel hybridization of artificial neural networks and ARIMA models. </a:t>
            </a:r>
            <a:r>
              <a:rPr lang="en-IN" i="1" dirty="0"/>
              <a:t>Applied Soft Computing</a:t>
            </a:r>
            <a:r>
              <a:rPr lang="en-IN" dirty="0"/>
              <a:t>, 11(2), 2664–2675. </a:t>
            </a:r>
            <a:r>
              <a:rPr lang="en-IN" dirty="0">
                <a:hlinkClick r:id="rId3" action="ppaction://hlinksldjump"/>
              </a:rPr>
              <a:t>https://doi.org/10.1016/j.asoc.2010.10.015</a:t>
            </a:r>
            <a:endParaRPr lang="en-US" i="1" dirty="0"/>
          </a:p>
        </p:txBody>
      </p:sp>
    </p:spTree>
    <p:extLst>
      <p:ext uri="{7978627B-9EC0-4C51-97B4-8D541B3B8EF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23">
    <p:spTree>
      <p:nvGrpSpPr>
        <p:cNvPr id="1" name=""/>
        <p:cNvGrpSpPr/>
        <p:nvPr/>
      </p:nvGrpSpPr>
      <p:grpSpPr>
        <a:xfrm>
          <a:off x="0" y="0"/>
          <a:ext cx="0" cy="0"/>
          <a:chOff x="0" y="0"/>
          <a:chExt cx="0" cy="0"/>
        </a:xfrm>
      </p:grpSpPr>
      <p:pic>
        <p:nvPicPr>
          <p:cNvPr id="2" name="Google Shape;403;p42">
            <a:extLst>
              <a:ext uri="{E60043A4-BFB9-41CA-9407-4CD5CD65C56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5897164-B656-4453-847E-2F1380F57C35}"/>
              </a:ext>
            </a:extLst>
          </p:cNvPr>
          <p:cNvPicPr>
            <a:picLocks noGrp="1"/>
          </p:cNvPicPr>
          <p:nvPr>
            <p:ph type="pic"/>
          </p:nvPr>
        </p:nvPicPr>
        <p:blipFill>
          <a:blip r:embed="rId3"/>
          <a:srcRect t="7741" b="7741"/>
          <a:stretch>
            <a:fillRect/>
          </a:stretch>
        </p:blipFill>
        <p:spPr>
          <a:xfrm>
            <a:off x="0" y="0"/>
            <a:ext cx="9144002" cy="5143502"/>
          </a:xfrm>
          <a:prstGeom prst="rect">
            <a:avLst/>
          </a:prstGeom>
          <a:noFill/>
        </p:spPr>
      </p:pic>
      <p:sp>
        <p:nvSpPr>
          <p:cNvPr id="3" name="Google Shape;404;p42">
            <a:extLst>
              <a:ext uri="{2E085844-0664-4FB7-A22D-6122174A7FC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369D4E3-D882-4C7A-A883-38624756ACBD}"/>
              </a:ext>
            </a:extLst>
          </p:cNvPr>
          <p:cNvSpPr/>
          <p:nvPr/>
        </p:nvSpPr>
        <p:spPr>
          <a:xfrm>
            <a:off x="6299124" y="3005225"/>
            <a:ext cx="4263300" cy="4263300"/>
          </a:xfrm>
          <a:prstGeom prst="ellipse">
            <a:avLst/>
          </a:prstGeom>
          <a:solidFill>
            <a:schemeClr val="accent1"/>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grpSp>
        <p:nvGrpSpPr>
          <p:cNvPr id="4" name="Google Shape;405;p42">
            <a:extLst>
              <a:ext uri="{4FD03AA4-64F3-4BA9-B96C-62F389920F2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DDFBA7F-7B0F-49F6-B451-6C7A4E1C2F4C}"/>
              </a:ext>
            </a:extLst>
          </p:cNvPr>
          <p:cNvGrpSpPr/>
          <p:nvPr/>
        </p:nvGrpSpPr>
        <p:grpSpPr>
          <a:xfrm>
            <a:off x="727425" y="-22625"/>
            <a:ext cx="7703399" cy="5193999"/>
            <a:chOff x="727425" y="-22625"/>
            <a:chExt cx="7703399" cy="5193999"/>
          </a:xfrm>
        </p:grpSpPr>
        <p:sp>
          <p:nvSpPr>
            <p:cNvPr id="5" name="Google Shape;406;p42">
              <a:extLst>
                <a:ext uri="{6251C91F-2539-4670-A27B-9467E0886C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AE5327-3BD9-4B52-8857-8F4A351EFF24}"/>
                </a:ext>
              </a:extLst>
            </p:cNvPr>
            <p:cNvSpPr/>
            <p:nvPr/>
          </p:nvSpPr>
          <p:spPr>
            <a:xfrm>
              <a:off x="727425" y="533550"/>
              <a:ext cx="7703399" cy="4074899"/>
            </a:xfrm>
            <a:prstGeom prst="rect">
              <a:avLst/>
            </a:prstGeom>
            <a:noFill/>
            <a:ln w="19050" cap="flat">
              <a:solidFill>
                <a:schemeClr val="dk1"/>
              </a:solidFill>
              <a:prstDash val="solid"/>
              <a:round/>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cxnSp>
          <p:nvCxnSpPr>
            <p:cNvPr id="6" name="Google Shape;407;p42">
              <a:extLst>
                <a:ext uri="{4EB8994D-77DB-4BB6-8A33-3ABA3A21A6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C19EAA2-D341-40AD-8400-17CC47AA9DD1}"/>
                </a:ext>
              </a:extLst>
            </p:cNvPr>
            <p:cNvCxnSpPr/>
            <p:nvPr/>
          </p:nvCxnSpPr>
          <p:spPr>
            <a:xfrm rot="10800000">
              <a:off x="727425" y="4608575"/>
              <a:ext cx="0" cy="562800"/>
            </a:xfrm>
            <a:prstGeom prst="line">
              <a:avLst/>
            </a:prstGeom>
            <a:noFill/>
            <a:ln w="19050" cap="flat">
              <a:solidFill>
                <a:schemeClr val="dk1"/>
              </a:solidFill>
              <a:prstDash val="solid"/>
              <a:round/>
            </a:ln>
          </p:spPr>
        </p:cxnSp>
        <p:cxnSp>
          <p:nvCxnSpPr>
            <p:cNvPr id="7" name="Google Shape;408;p42">
              <a:extLst>
                <a:ext uri="{08C1F0F4-BE15-4627-BC18-BAD48F58065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6A13CD8-18A9-46D0-8BA0-D20E854919CB}"/>
                </a:ext>
              </a:extLst>
            </p:cNvPr>
            <p:cNvCxnSpPr/>
            <p:nvPr/>
          </p:nvCxnSpPr>
          <p:spPr>
            <a:xfrm rot="10800000">
              <a:off x="8430775" y="-22625"/>
              <a:ext cx="0" cy="562800"/>
            </a:xfrm>
            <a:prstGeom prst="line">
              <a:avLst/>
            </a:prstGeom>
            <a:noFill/>
            <a:ln w="19050" cap="flat">
              <a:solidFill>
                <a:schemeClr val="dk1"/>
              </a:solidFill>
              <a:prstDash val="solid"/>
              <a:round/>
            </a:ln>
          </p:spPr>
        </p:cxnSp>
      </p:grpSp>
      <p:sp>
        <p:nvSpPr>
          <p:cNvPr id="8" name="Google Shape;409;p42">
            <a:extLst>
              <a:ext uri="{57AD32E7-8880-43B5-91FC-499B36F9DBF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62AA0F7-87CC-4BF7-9E3E-A53A9DCB4B3F}"/>
              </a:ext>
            </a:extLst>
          </p:cNvPr>
          <p:cNvSpPr>
            <a:spLocks noGrp="1"/>
          </p:cNvSpPr>
          <p:nvPr>
            <p:ph type="title" idx="1"/>
          </p:nvPr>
        </p:nvSpPr>
        <p:spPr>
          <a:xfrm>
            <a:off x="719999" y="4045175"/>
            <a:ext cx="7710900" cy="563400"/>
          </a:xfrm>
          <a:prstGeom prst="rect">
            <a:avLst/>
          </a:prstGeom>
        </p:spPr>
        <p:txBody>
          <a:bodyPr spcFirstLastPara="1" wrap="square" lIns="91425" tIns="91425" rIns="91425" bIns="91425" rtlCol="0" anchor="ctr">
            <a:noAutofit/>
          </a:bodyPr>
          <a:lstStyle/>
          <a:p>
            <a:pPr marL="0" lvl="0" indent="0" algn="ctr" rtl="0">
              <a:spcBef>
                <a:spcPts val="0"/>
              </a:spcBef>
              <a:spcAft>
                <a:spcPts val="0"/>
              </a:spcAft>
              <a:buNone/>
            </a:pPr>
            <a:r>
              <a:rPr lang="en-US" dirty="0"/>
              <a:t>Thank You!!</a:t>
            </a:r>
          </a:p>
        </p:txBody>
      </p:sp>
    </p:spTree>
    <p:extLst>
      <p:ext uri="{2A3FDC6C-EE2E-4C8D-8DEF-7BCED1DA1A5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7679270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WEIGHT:2:5:0" val="9"/>
  <p:tag name="FONTWEIGHT:2:6:0" val="9"/>
  <p:tag name="FONTWEIGHT:2:7:0" val="9"/>
  <p:tag name="FONTWEIGHT:2:8:0" val="9"/>
  <p:tag name="FONTWEIGHT:2:0:0" val="9"/>
  <p:tag name="FONTWEIGHT:2:1:0" val="9"/>
  <p:tag name="FONTWEIGHT:2:2:0" val="9"/>
  <p:tag name="FONTWEIGHT:2:3:0" val="9"/>
  <p:tag name="FONTWEIGHT:2:4:0" val="9"/>
</p:tagLst>
</file>

<file path=ppt/tags/tag2.xml><?xml version="1.0" encoding="utf-8"?>
<p:tagLst xmlns:a="http://schemas.openxmlformats.org/drawingml/2006/main" xmlns:r="http://schemas.openxmlformats.org/officeDocument/2006/relationships" xmlns:p="http://schemas.openxmlformats.org/presentationml/2006/main">
  <p:tag name="FONTWEIGHT:4:0:0" val="9"/>
</p:tagLst>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1707</Words>
  <Application>Microsoft Office PowerPoint</Application>
  <PresentationFormat>On-screen Show (16:9)</PresentationFormat>
  <Paragraphs>234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Hanken Grotesk</vt:lpstr>
      <vt:lpstr>Arial</vt:lpstr>
      <vt:lpstr>Figtree-black</vt:lpstr>
      <vt:lpstr>Lato</vt:lpstr>
      <vt:lpstr>Elegant Black &amp; White Thesis Defense by Slidesgo</vt:lpstr>
      <vt:lpstr>Integrative Modeling of Coal-Induced CO2 Emissions Using a Hybrid ARIMA–NNAR Architecture: A Nonlinear Time Series Forecasting Approach for Environmental Systems</vt:lpstr>
      <vt:lpstr>PowerPoint Presentation</vt:lpstr>
      <vt:lpstr>Introduction</vt:lpstr>
      <vt:lpstr>Study Objectives</vt:lpstr>
      <vt:lpstr>CO₂ Emissions from Coal</vt:lpstr>
      <vt:lpstr>Choosing Best ARIMA Model</vt:lpstr>
      <vt:lpstr>Checking the ARIMA(3,1,2) Model for Coal Emissions</vt:lpstr>
      <vt:lpstr> Residual Statistics Summary for ARIMA Models</vt:lpstr>
      <vt:lpstr>📉 Normality Check of Residuals (Q-Q &amp; P-P Plots)</vt:lpstr>
      <vt:lpstr>Shapiro-Wilk Normality Test</vt:lpstr>
      <vt:lpstr>Checking the NNAR(4,2) Model for Coal Emissions</vt:lpstr>
      <vt:lpstr>NNAR Model – Fitted vs Actual ( Coal CO₂ Emissions)</vt:lpstr>
      <vt:lpstr>Hybrid ARIMA–NNAR Model</vt:lpstr>
      <vt:lpstr>Residual Diagnostics of NNAR(1,1) Model for Coal Emissions</vt:lpstr>
      <vt:lpstr>NNAR Fit to ARIMA Residuals – Oil vs. Coal</vt:lpstr>
      <vt:lpstr>ARIMA Model Forecasting</vt:lpstr>
      <vt:lpstr>NNAR Model Forecasting</vt:lpstr>
      <vt:lpstr>Hybrid ARIMA-NNAR Model Forecasting</vt:lpstr>
      <vt:lpstr>  Simple Ways to Keep USA Environment Clean and Safe</vt:lpstr>
      <vt:lpstr>Reference</vt:lpstr>
      <vt:lpstr>Thank You!!</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Ushosree Raha</cp:lastModifiedBy>
  <cp:revision>6</cp:revision>
  <dcterms:created xsi:type="dcterms:W3CDTF">2025-05-19T23:57:18Z</dcterms:created>
  <dcterms:modified xsi:type="dcterms:W3CDTF">2025-05-20T07:05:03Z</dcterms:modified>
</cp:coreProperties>
</file>